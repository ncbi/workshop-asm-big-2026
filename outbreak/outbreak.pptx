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4"/>
  </p:sldMasterIdLst>
  <p:notesMasterIdLst>
    <p:notesMasterId r:id="rId13"/>
  </p:notesMasterIdLst>
  <p:sldIdLst>
    <p:sldId id="257" r:id="rId5"/>
    <p:sldId id="1094" r:id="rId6"/>
    <p:sldId id="290" r:id="rId7"/>
    <p:sldId id="362" r:id="rId8"/>
    <p:sldId id="1097" r:id="rId9"/>
    <p:sldId id="1095" r:id="rId10"/>
    <p:sldId id="364" r:id="rId11"/>
    <p:sldId id="1096"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loop="1"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0AE00"/>
    <a:srgbClr val="205493"/>
    <a:srgbClr val="C5EDE9"/>
    <a:srgbClr val="E1F3F9"/>
    <a:srgbClr val="34576A"/>
    <a:srgbClr val="33CABE"/>
    <a:srgbClr val="EFEFF1"/>
    <a:srgbClr val="F2D060"/>
    <a:srgbClr val="89DFD7"/>
    <a:srgbClr val="34B5A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034"/>
    <p:restoredTop sz="94614"/>
  </p:normalViewPr>
  <p:slideViewPr>
    <p:cSldViewPr snapToGrid="0">
      <p:cViewPr>
        <p:scale>
          <a:sx n="150" d="100"/>
          <a:sy n="150" d="100"/>
        </p:scale>
        <p:origin x="200" y="-10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notesMaster" Target="notesMasters/notesMaster1.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viewProps" Target="viewProps.xml"/><Relationship Id="rId10" Type="http://schemas.openxmlformats.org/officeDocument/2006/relationships/slide" Target="slides/slide6.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CA2426E-871E-6048-897D-C00DFFEC19B5}" type="datetimeFigureOut">
              <a:rPr lang="en-US" smtClean="0"/>
              <a:t>10/2/26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C30F7CC-E99A-9B4E-A466-3BF0E5F4787E}" type="slidenum">
              <a:rPr lang="en-US" smtClean="0"/>
              <a:t>‹#›</a:t>
            </a:fld>
            <a:endParaRPr lang="en-US"/>
          </a:p>
        </p:txBody>
      </p:sp>
    </p:spTree>
    <p:extLst>
      <p:ext uri="{BB962C8B-B14F-4D97-AF65-F5344CB8AC3E}">
        <p14:creationId xmlns:p14="http://schemas.microsoft.com/office/powerpoint/2010/main" val="186552763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0BD0B8B-4FA3-4B8D-A511-CE1E9FA2288E}" type="slidenum">
              <a:rPr lang="en-US" smtClean="0"/>
              <a:t>2</a:t>
            </a:fld>
            <a:endParaRPr lang="en-US" dirty="0"/>
          </a:p>
        </p:txBody>
      </p:sp>
    </p:spTree>
    <p:extLst>
      <p:ext uri="{BB962C8B-B14F-4D97-AF65-F5344CB8AC3E}">
        <p14:creationId xmlns:p14="http://schemas.microsoft.com/office/powerpoint/2010/main" val="224829269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C30F7CC-E99A-9B4E-A466-3BF0E5F4787E}" type="slidenum">
              <a:rPr lang="en-US" smtClean="0"/>
              <a:t>3</a:t>
            </a:fld>
            <a:endParaRPr lang="en-US"/>
          </a:p>
        </p:txBody>
      </p:sp>
    </p:spTree>
    <p:extLst>
      <p:ext uri="{BB962C8B-B14F-4D97-AF65-F5344CB8AC3E}">
        <p14:creationId xmlns:p14="http://schemas.microsoft.com/office/powerpoint/2010/main" val="204561525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Pathogen Detection pipeline was initiated as part of this effort. There are effectively two main analytical goals of the pipeline: 1) the first is to identify if the isolates are clonally related to aid in the identification of food sources making people sick, and the second is to identify the genetic elements contributing to pathogenicity including antimicrobial resistance genes, stress response genes that contribute to environmental persistence, and virulence genes such as toxins. The results are presented in an easy-to-use web interface and I will give a brief demonstration in a few minutes of that for the first point.</a:t>
            </a:r>
          </a:p>
        </p:txBody>
      </p:sp>
      <p:sp>
        <p:nvSpPr>
          <p:cNvPr id="4" name="Slide Number Placeholder 3"/>
          <p:cNvSpPr>
            <a:spLocks noGrp="1"/>
          </p:cNvSpPr>
          <p:nvPr>
            <p:ph type="sldNum" sz="quarter" idx="5"/>
          </p:nvPr>
        </p:nvSpPr>
        <p:spPr/>
        <p:txBody>
          <a:bodyPr/>
          <a:lstStyle/>
          <a:p>
            <a:fld id="{30BD0B8B-4FA3-4B8D-A511-CE1E9FA2288E}" type="slidenum">
              <a:rPr lang="en-US" smtClean="0"/>
              <a:t>4</a:t>
            </a:fld>
            <a:endParaRPr lang="en-US" dirty="0"/>
          </a:p>
        </p:txBody>
      </p:sp>
    </p:spTree>
    <p:extLst>
      <p:ext uri="{BB962C8B-B14F-4D97-AF65-F5344CB8AC3E}">
        <p14:creationId xmlns:p14="http://schemas.microsoft.com/office/powerpoint/2010/main" val="107482381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6859E7-E386-9B22-95A0-368AC743A5B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263A820-79E8-C882-2600-58EC8EF9496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C337E5A-5E86-2C53-32E9-B104002E9450}"/>
              </a:ext>
            </a:extLst>
          </p:cNvPr>
          <p:cNvSpPr>
            <a:spLocks noGrp="1"/>
          </p:cNvSpPr>
          <p:nvPr>
            <p:ph type="body" idx="1"/>
          </p:nvPr>
        </p:nvSpPr>
        <p:spPr/>
        <p:txBody>
          <a:bodyPr/>
          <a:lstStyle/>
          <a:p>
            <a:r>
              <a:rPr lang="en-US" dirty="0"/>
              <a:t>The Pathogen Detection pipeline was initiated as part of this effort. There are effectively two main analytical goals of the pipeline: 1) the first is to identify if the isolates are clonally related to aid in the identification of food sources making people sick, and the second is to identify the genetic elements contributing to pathogenicity including antimicrobial resistance genes, stress response genes that contribute to environmental persistence, and virulence genes such as toxins. The results are presented in an easy-to-use web interface and I will give a brief demonstration in a few minutes of that for the first point.</a:t>
            </a:r>
          </a:p>
        </p:txBody>
      </p:sp>
      <p:sp>
        <p:nvSpPr>
          <p:cNvPr id="4" name="Slide Number Placeholder 3">
            <a:extLst>
              <a:ext uri="{FF2B5EF4-FFF2-40B4-BE49-F238E27FC236}">
                <a16:creationId xmlns:a16="http://schemas.microsoft.com/office/drawing/2014/main" id="{E971AE1C-6035-F3D6-1715-1DB891352B54}"/>
              </a:ext>
            </a:extLst>
          </p:cNvPr>
          <p:cNvSpPr>
            <a:spLocks noGrp="1"/>
          </p:cNvSpPr>
          <p:nvPr>
            <p:ph type="sldNum" sz="quarter" idx="5"/>
          </p:nvPr>
        </p:nvSpPr>
        <p:spPr/>
        <p:txBody>
          <a:bodyPr/>
          <a:lstStyle/>
          <a:p>
            <a:fld id="{30BD0B8B-4FA3-4B8D-A511-CE1E9FA2288E}" type="slidenum">
              <a:rPr lang="en-US" smtClean="0"/>
              <a:t>5</a:t>
            </a:fld>
            <a:endParaRPr lang="en-US" dirty="0"/>
          </a:p>
        </p:txBody>
      </p:sp>
    </p:spTree>
    <p:extLst>
      <p:ext uri="{BB962C8B-B14F-4D97-AF65-F5344CB8AC3E}">
        <p14:creationId xmlns:p14="http://schemas.microsoft.com/office/powerpoint/2010/main" val="325502658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8C30F7CC-E99A-9B4E-A466-3BF0E5F4787E}" type="slidenum">
              <a:rPr lang="en-US" smtClean="0"/>
              <a:t>6</a:t>
            </a:fld>
            <a:endParaRPr lang="en-US"/>
          </a:p>
        </p:txBody>
      </p:sp>
    </p:spTree>
    <p:extLst>
      <p:ext uri="{BB962C8B-B14F-4D97-AF65-F5344CB8AC3E}">
        <p14:creationId xmlns:p14="http://schemas.microsoft.com/office/powerpoint/2010/main" val="57253186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0BD0B8B-4FA3-4B8D-A511-CE1E9FA2288E}" type="slidenum">
              <a:rPr lang="en-US" smtClean="0"/>
              <a:t>7</a:t>
            </a:fld>
            <a:endParaRPr lang="en-US" dirty="0"/>
          </a:p>
        </p:txBody>
      </p:sp>
    </p:spTree>
    <p:extLst>
      <p:ext uri="{BB962C8B-B14F-4D97-AF65-F5344CB8AC3E}">
        <p14:creationId xmlns:p14="http://schemas.microsoft.com/office/powerpoint/2010/main" val="88909267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3008E5-378A-DC2E-201D-15B79F3CFC4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8E011CA-D0B8-3679-2DBB-BE6D4804111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9259158-3BE8-51E7-7899-DBBBFB74329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6E640E9-A0F4-F6F7-666B-AA521500B6CE}"/>
              </a:ext>
            </a:extLst>
          </p:cNvPr>
          <p:cNvSpPr>
            <a:spLocks noGrp="1"/>
          </p:cNvSpPr>
          <p:nvPr>
            <p:ph type="sldNum" sz="quarter" idx="5"/>
          </p:nvPr>
        </p:nvSpPr>
        <p:spPr/>
        <p:txBody>
          <a:bodyPr/>
          <a:lstStyle/>
          <a:p>
            <a:fld id="{30BD0B8B-4FA3-4B8D-A511-CE1E9FA2288E}" type="slidenum">
              <a:rPr lang="en-US" smtClean="0"/>
              <a:t>8</a:t>
            </a:fld>
            <a:endParaRPr lang="en-US" dirty="0"/>
          </a:p>
        </p:txBody>
      </p:sp>
    </p:spTree>
    <p:extLst>
      <p:ext uri="{BB962C8B-B14F-4D97-AF65-F5344CB8AC3E}">
        <p14:creationId xmlns:p14="http://schemas.microsoft.com/office/powerpoint/2010/main" val="4074603368"/>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svg"/><Relationship Id="rId1" Type="http://schemas.openxmlformats.org/officeDocument/2006/relationships/slideMaster" Target="../slideMasters/slideMaster1.xml"/><Relationship Id="rId4" Type="http://schemas.openxmlformats.org/officeDocument/2006/relationships/image" Target="../media/image5.sv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5.sv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5.sv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9.sv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0.sv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0.sv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2.sv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sv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svg"/><Relationship Id="rId1" Type="http://schemas.openxmlformats.org/officeDocument/2006/relationships/slideMaster" Target="../slideMasters/slideMaster1.xml"/><Relationship Id="rId4" Type="http://schemas.openxmlformats.org/officeDocument/2006/relationships/image" Target="../media/image11.svg"/></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 light">
    <p:bg>
      <p:bgPr>
        <a:solidFill>
          <a:schemeClr val="bg1"/>
        </a:solidFill>
        <a:effectLst/>
      </p:bgPr>
    </p:bg>
    <p:spTree>
      <p:nvGrpSpPr>
        <p:cNvPr id="1" name=""/>
        <p:cNvGrpSpPr/>
        <p:nvPr/>
      </p:nvGrpSpPr>
      <p:grpSpPr>
        <a:xfrm>
          <a:off x="0" y="0"/>
          <a:ext cx="0" cy="0"/>
          <a:chOff x="0" y="0"/>
          <a:chExt cx="0" cy="0"/>
        </a:xfrm>
      </p:grpSpPr>
      <p:pic>
        <p:nvPicPr>
          <p:cNvPr id="7" name="Picture 6" descr="Colorful abstract graphic of a genome sequence map with NCBI at the center">
            <a:extLst>
              <a:ext uri="{FF2B5EF4-FFF2-40B4-BE49-F238E27FC236}">
                <a16:creationId xmlns:a16="http://schemas.microsoft.com/office/drawing/2014/main" id="{4B4DA229-F445-69D4-8EB0-FEF2A3A2CD86}"/>
              </a:ext>
              <a:ext uri="{C183D7F6-B498-43B3-948B-1728B52AA6E4}">
                <adec:decorative xmlns:adec="http://schemas.microsoft.com/office/drawing/2017/decorative" val="0"/>
              </a:ext>
            </a:extLst>
          </p:cNvPr>
          <p:cNvPicPr>
            <a:picLocks noChangeAspect="1"/>
          </p:cNvPicPr>
          <p:nvPr userDrawn="1"/>
        </p:nvPicPr>
        <p:blipFill rotWithShape="1">
          <a:blip r:embed="rId2"/>
          <a:srcRect l="-1" t="-502" r="8660" b="35376"/>
          <a:stretch/>
        </p:blipFill>
        <p:spPr>
          <a:xfrm>
            <a:off x="4361020" y="2048241"/>
            <a:ext cx="7830980" cy="4809759"/>
          </a:xfrm>
          <a:prstGeom prst="rect">
            <a:avLst/>
          </a:prstGeom>
        </p:spPr>
      </p:pic>
      <p:pic>
        <p:nvPicPr>
          <p:cNvPr id="6" name="Graphic 5" descr="NCBI Logo (NIH National Library of Medicine National Center for Biotechnology information Logo)">
            <a:extLst>
              <a:ext uri="{FF2B5EF4-FFF2-40B4-BE49-F238E27FC236}">
                <a16:creationId xmlns:a16="http://schemas.microsoft.com/office/drawing/2014/main" id="{E0E7B8A8-123D-2E35-DBCA-464C55092A66}"/>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475937" y="6084465"/>
            <a:ext cx="3433328" cy="408409"/>
          </a:xfrm>
          <a:prstGeom prst="rect">
            <a:avLst/>
          </a:prstGeom>
        </p:spPr>
      </p:pic>
      <p:sp>
        <p:nvSpPr>
          <p:cNvPr id="9" name="Title 1">
            <a:extLst>
              <a:ext uri="{FF2B5EF4-FFF2-40B4-BE49-F238E27FC236}">
                <a16:creationId xmlns:a16="http://schemas.microsoft.com/office/drawing/2014/main" id="{ED95474A-4FAB-A45E-E630-E8CA2D49F2FF}"/>
              </a:ext>
            </a:extLst>
          </p:cNvPr>
          <p:cNvSpPr>
            <a:spLocks noGrp="1"/>
          </p:cNvSpPr>
          <p:nvPr>
            <p:ph type="title" hasCustomPrompt="1"/>
          </p:nvPr>
        </p:nvSpPr>
        <p:spPr>
          <a:xfrm>
            <a:off x="426719" y="365125"/>
            <a:ext cx="7431011" cy="1389533"/>
          </a:xfrm>
        </p:spPr>
        <p:txBody>
          <a:bodyPr anchor="t"/>
          <a:lstStyle>
            <a:lvl1pPr>
              <a:defRPr>
                <a:solidFill>
                  <a:schemeClr val="tx1"/>
                </a:solidFill>
              </a:defRPr>
            </a:lvl1pPr>
          </a:lstStyle>
          <a:p>
            <a:r>
              <a:rPr lang="en-US"/>
              <a:t>Title of Deck or Presentation Goes Here</a:t>
            </a:r>
          </a:p>
        </p:txBody>
      </p:sp>
      <p:sp>
        <p:nvSpPr>
          <p:cNvPr id="10" name="Text Placeholder 5">
            <a:extLst>
              <a:ext uri="{FF2B5EF4-FFF2-40B4-BE49-F238E27FC236}">
                <a16:creationId xmlns:a16="http://schemas.microsoft.com/office/drawing/2014/main" id="{9F338D7E-0AFB-2F3F-808F-26398C37552A}"/>
              </a:ext>
            </a:extLst>
          </p:cNvPr>
          <p:cNvSpPr>
            <a:spLocks noGrp="1"/>
          </p:cNvSpPr>
          <p:nvPr>
            <p:ph type="body" sz="quarter" idx="16" hasCustomPrompt="1"/>
          </p:nvPr>
        </p:nvSpPr>
        <p:spPr>
          <a:xfrm>
            <a:off x="8353172" y="365195"/>
            <a:ext cx="3412107" cy="1389463"/>
          </a:xfrm>
          <a:prstGeom prst="rect">
            <a:avLst/>
          </a:prstGeom>
        </p:spPr>
        <p:txBody>
          <a:bodyPr anchor="t">
            <a:noAutofit/>
          </a:bodyPr>
          <a:lstStyle>
            <a:lvl1pPr marL="0" indent="0">
              <a:lnSpc>
                <a:spcPct val="100000"/>
              </a:lnSpc>
              <a:buNone/>
              <a:defRPr sz="2000">
                <a:solidFill>
                  <a:schemeClr val="accent1"/>
                </a:solidFill>
              </a:defRPr>
            </a:lvl1pPr>
          </a:lstStyle>
          <a:p>
            <a:pPr lvl="0"/>
            <a:r>
              <a:rPr lang="en-US"/>
              <a:t>Date or Speaker</a:t>
            </a:r>
          </a:p>
        </p:txBody>
      </p:sp>
      <p:cxnSp>
        <p:nvCxnSpPr>
          <p:cNvPr id="11" name="Straight Connector 10">
            <a:extLst>
              <a:ext uri="{FF2B5EF4-FFF2-40B4-BE49-F238E27FC236}">
                <a16:creationId xmlns:a16="http://schemas.microsoft.com/office/drawing/2014/main" id="{3DB9B40C-7A10-9817-6B59-1D955733382A}"/>
              </a:ext>
              <a:ext uri="{C183D7F6-B498-43B3-948B-1728B52AA6E4}">
                <adec:decorative xmlns:adec="http://schemas.microsoft.com/office/drawing/2017/decorative" val="1"/>
              </a:ext>
            </a:extLst>
          </p:cNvPr>
          <p:cNvCxnSpPr>
            <a:cxnSpLocks/>
          </p:cNvCxnSpPr>
          <p:nvPr userDrawn="1"/>
        </p:nvCxnSpPr>
        <p:spPr>
          <a:xfrm flipV="1">
            <a:off x="8105460" y="365126"/>
            <a:ext cx="0" cy="1389532"/>
          </a:xfrm>
          <a:prstGeom prst="line">
            <a:avLst/>
          </a:prstGeom>
          <a:ln w="9525">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17487831"/>
      </p:ext>
    </p:extLst>
  </p:cSld>
  <p:clrMapOvr>
    <a:masterClrMapping/>
  </p:clrMapOvr>
  <p:extLst>
    <p:ext uri="{DCECCB84-F9BA-43D5-87BE-67443E8EF086}">
      <p15:sldGuideLst xmlns:p15="http://schemas.microsoft.com/office/powerpoint/2012/main">
        <p15:guide id="1" pos="288"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2_Title - Dark">
    <p:bg>
      <p:bgPr>
        <a:solidFill>
          <a:srgbClr val="205493"/>
        </a:solidFill>
        <a:effectLst/>
      </p:bgPr>
    </p:bg>
    <p:spTree>
      <p:nvGrpSpPr>
        <p:cNvPr id="1" name=""/>
        <p:cNvGrpSpPr/>
        <p:nvPr/>
      </p:nvGrpSpPr>
      <p:grpSpPr>
        <a:xfrm>
          <a:off x="0" y="0"/>
          <a:ext cx="0" cy="0"/>
          <a:chOff x="0" y="0"/>
          <a:chExt cx="0" cy="0"/>
        </a:xfrm>
      </p:grpSpPr>
      <p:pic>
        <p:nvPicPr>
          <p:cNvPr id="2" name="Graphic 1">
            <a:extLst>
              <a:ext uri="{FF2B5EF4-FFF2-40B4-BE49-F238E27FC236}">
                <a16:creationId xmlns:a16="http://schemas.microsoft.com/office/drawing/2014/main" id="{EE1AF13E-CF84-9B01-61B0-91F318F34DEB}"/>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rot="16200000">
            <a:off x="3910304" y="-1511033"/>
            <a:ext cx="4371387" cy="12641584"/>
          </a:xfrm>
          <a:prstGeom prst="rect">
            <a:avLst/>
          </a:prstGeom>
        </p:spPr>
      </p:pic>
      <p:pic>
        <p:nvPicPr>
          <p:cNvPr id="41" name="Graphic 40">
            <a:extLst>
              <a:ext uri="{FF2B5EF4-FFF2-40B4-BE49-F238E27FC236}">
                <a16:creationId xmlns:a16="http://schemas.microsoft.com/office/drawing/2014/main" id="{A3C789B0-28C7-E6A4-30FD-E2ACD1B9C0E2}"/>
              </a:ext>
            </a:extLst>
          </p:cNvPr>
          <p:cNvPicPr>
            <a:picLocks/>
          </p:cNvPicPr>
          <p:nvPr userDrawn="1"/>
        </p:nvPicPr>
        <p:blipFill>
          <a:blip>
            <a:extLst>
              <a:ext uri="{96DAC541-7B7A-43D3-8B79-37D633B846F1}">
                <asvg:svgBlip xmlns:asvg="http://schemas.microsoft.com/office/drawing/2016/SVG/main" r:embed="rId3"/>
              </a:ext>
            </a:extLst>
          </a:blip>
          <a:srcRect/>
          <a:stretch/>
        </p:blipFill>
        <p:spPr>
          <a:xfrm>
            <a:off x="0" y="6746581"/>
            <a:ext cx="12192000" cy="109728"/>
          </a:xfrm>
          <a:prstGeom prst="rect">
            <a:avLst/>
          </a:prstGeom>
        </p:spPr>
      </p:pic>
      <p:pic>
        <p:nvPicPr>
          <p:cNvPr id="6" name="Graphic 5">
            <a:extLst>
              <a:ext uri="{FF2B5EF4-FFF2-40B4-BE49-F238E27FC236}">
                <a16:creationId xmlns:a16="http://schemas.microsoft.com/office/drawing/2014/main" id="{35A72BDB-8252-762D-3D7A-7A1C5657566A}"/>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a:off x="475933" y="6084465"/>
            <a:ext cx="3433337" cy="408409"/>
          </a:xfrm>
          <a:prstGeom prst="rect">
            <a:avLst/>
          </a:prstGeom>
        </p:spPr>
      </p:pic>
      <p:sp>
        <p:nvSpPr>
          <p:cNvPr id="15" name="Title 1">
            <a:extLst>
              <a:ext uri="{FF2B5EF4-FFF2-40B4-BE49-F238E27FC236}">
                <a16:creationId xmlns:a16="http://schemas.microsoft.com/office/drawing/2014/main" id="{D8F50DCB-327E-AA1F-2CA3-7E975EAE5100}"/>
              </a:ext>
            </a:extLst>
          </p:cNvPr>
          <p:cNvSpPr>
            <a:spLocks noGrp="1"/>
          </p:cNvSpPr>
          <p:nvPr>
            <p:ph type="title" hasCustomPrompt="1"/>
          </p:nvPr>
        </p:nvSpPr>
        <p:spPr>
          <a:xfrm>
            <a:off x="426719" y="365125"/>
            <a:ext cx="7431011" cy="1389533"/>
          </a:xfrm>
        </p:spPr>
        <p:txBody>
          <a:bodyPr anchor="t"/>
          <a:lstStyle>
            <a:lvl1pPr>
              <a:defRPr>
                <a:solidFill>
                  <a:schemeClr val="tx1"/>
                </a:solidFill>
              </a:defRPr>
            </a:lvl1pPr>
          </a:lstStyle>
          <a:p>
            <a:r>
              <a:rPr lang="en-US"/>
              <a:t>Title of Deck or Presentation Goes Here</a:t>
            </a:r>
          </a:p>
        </p:txBody>
      </p:sp>
      <p:sp>
        <p:nvSpPr>
          <p:cNvPr id="16" name="Text Placeholder 5">
            <a:extLst>
              <a:ext uri="{FF2B5EF4-FFF2-40B4-BE49-F238E27FC236}">
                <a16:creationId xmlns:a16="http://schemas.microsoft.com/office/drawing/2014/main" id="{EA344E04-A265-6047-ECA8-4D72F8C3E7F6}"/>
              </a:ext>
            </a:extLst>
          </p:cNvPr>
          <p:cNvSpPr>
            <a:spLocks noGrp="1"/>
          </p:cNvSpPr>
          <p:nvPr>
            <p:ph type="body" sz="quarter" idx="16" hasCustomPrompt="1"/>
          </p:nvPr>
        </p:nvSpPr>
        <p:spPr>
          <a:xfrm>
            <a:off x="8353172" y="365195"/>
            <a:ext cx="3412107" cy="1389463"/>
          </a:xfrm>
          <a:prstGeom prst="rect">
            <a:avLst/>
          </a:prstGeom>
        </p:spPr>
        <p:txBody>
          <a:bodyPr anchor="t">
            <a:noAutofit/>
          </a:bodyPr>
          <a:lstStyle>
            <a:lvl1pPr marL="0" indent="0">
              <a:lnSpc>
                <a:spcPct val="100000"/>
              </a:lnSpc>
              <a:buNone/>
              <a:defRPr sz="2000">
                <a:solidFill>
                  <a:schemeClr val="accent3">
                    <a:lumMod val="60000"/>
                    <a:lumOff val="40000"/>
                  </a:schemeClr>
                </a:solidFill>
              </a:defRPr>
            </a:lvl1pPr>
          </a:lstStyle>
          <a:p>
            <a:pPr lvl="0"/>
            <a:r>
              <a:rPr lang="en-US"/>
              <a:t>Date or Speaker</a:t>
            </a:r>
          </a:p>
        </p:txBody>
      </p:sp>
      <p:cxnSp>
        <p:nvCxnSpPr>
          <p:cNvPr id="17" name="Straight Connector 16">
            <a:extLst>
              <a:ext uri="{FF2B5EF4-FFF2-40B4-BE49-F238E27FC236}">
                <a16:creationId xmlns:a16="http://schemas.microsoft.com/office/drawing/2014/main" id="{6B24DF2C-35CA-035B-4988-17525EC9B84E}"/>
              </a:ext>
              <a:ext uri="{C183D7F6-B498-43B3-948B-1728B52AA6E4}">
                <adec:decorative xmlns:adec="http://schemas.microsoft.com/office/drawing/2017/decorative" val="1"/>
              </a:ext>
            </a:extLst>
          </p:cNvPr>
          <p:cNvCxnSpPr>
            <a:cxnSpLocks/>
          </p:cNvCxnSpPr>
          <p:nvPr userDrawn="1"/>
        </p:nvCxnSpPr>
        <p:spPr>
          <a:xfrm flipV="1">
            <a:off x="8105460" y="365126"/>
            <a:ext cx="0" cy="1389532"/>
          </a:xfrm>
          <a:prstGeom prst="line">
            <a:avLst/>
          </a:prstGeom>
          <a:ln w="9525">
            <a:solidFill>
              <a:schemeClr val="accent3">
                <a:lumMod val="60000"/>
                <a:lumOff val="4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41952554"/>
      </p:ext>
    </p:extLst>
  </p:cSld>
  <p:clrMapOvr>
    <a:overrideClrMapping bg1="dk1" tx1="lt1" bg2="dk2" tx2="lt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2_Content - One Column - Light">
    <p:bg>
      <p:bgPr>
        <a:solidFill>
          <a:schemeClr val="bg1"/>
        </a:solidFill>
        <a:effectLst/>
      </p:bgPr>
    </p:bg>
    <p:spTree>
      <p:nvGrpSpPr>
        <p:cNvPr id="1" name=""/>
        <p:cNvGrpSpPr/>
        <p:nvPr/>
      </p:nvGrpSpPr>
      <p:grpSpPr>
        <a:xfrm>
          <a:off x="0" y="0"/>
          <a:ext cx="0" cy="0"/>
          <a:chOff x="0" y="0"/>
          <a:chExt cx="0" cy="0"/>
        </a:xfrm>
      </p:grpSpPr>
      <p:sp>
        <p:nvSpPr>
          <p:cNvPr id="12" name="TextBox 11">
            <a:extLst>
              <a:ext uri="{FF2B5EF4-FFF2-40B4-BE49-F238E27FC236}">
                <a16:creationId xmlns:a16="http://schemas.microsoft.com/office/drawing/2014/main" id="{8E477F52-71BD-C32A-D057-E82B0F6DCC02}"/>
              </a:ext>
            </a:extLst>
          </p:cNvPr>
          <p:cNvSpPr txBox="1"/>
          <p:nvPr userDrawn="1"/>
        </p:nvSpPr>
        <p:spPr>
          <a:xfrm>
            <a:off x="8138160" y="6949440"/>
            <a:ext cx="184731" cy="369332"/>
          </a:xfrm>
          <a:prstGeom prst="rect">
            <a:avLst/>
          </a:prstGeom>
          <a:noFill/>
        </p:spPr>
        <p:txBody>
          <a:bodyPr wrap="none" rtlCol="0">
            <a:spAutoFit/>
          </a:bodyPr>
          <a:lstStyle/>
          <a:p>
            <a:endParaRPr lang="en-US"/>
          </a:p>
        </p:txBody>
      </p:sp>
      <p:pic>
        <p:nvPicPr>
          <p:cNvPr id="3" name="Graphic 2" descr="NCBI Logo (NIH National Library of Medicine National Center for Biotechnology information Logo)">
            <a:extLst>
              <a:ext uri="{FF2B5EF4-FFF2-40B4-BE49-F238E27FC236}">
                <a16:creationId xmlns:a16="http://schemas.microsoft.com/office/drawing/2014/main" id="{5C765E0C-4CCE-2A6C-3C53-A6992ABCF3FA}"/>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426721" y="6257856"/>
            <a:ext cx="2333258" cy="277551"/>
          </a:xfrm>
          <a:prstGeom prst="rect">
            <a:avLst/>
          </a:prstGeom>
        </p:spPr>
      </p:pic>
      <p:pic>
        <p:nvPicPr>
          <p:cNvPr id="5" name="Graphic 4">
            <a:extLst>
              <a:ext uri="{FF2B5EF4-FFF2-40B4-BE49-F238E27FC236}">
                <a16:creationId xmlns:a16="http://schemas.microsoft.com/office/drawing/2014/main" id="{539CBF45-5F88-8F9B-F1A2-A72CBF248C7C}"/>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rot="16200000">
            <a:off x="11138019" y="5944720"/>
            <a:ext cx="303547" cy="877826"/>
          </a:xfrm>
          <a:prstGeom prst="rect">
            <a:avLst/>
          </a:prstGeom>
        </p:spPr>
      </p:pic>
      <p:cxnSp>
        <p:nvCxnSpPr>
          <p:cNvPr id="6" name="Straight Connector 5">
            <a:extLst>
              <a:ext uri="{FF2B5EF4-FFF2-40B4-BE49-F238E27FC236}">
                <a16:creationId xmlns:a16="http://schemas.microsoft.com/office/drawing/2014/main" id="{1D7082A7-7DBC-D739-9973-D1980AF7D4F1}"/>
              </a:ext>
              <a:ext uri="{C183D7F6-B498-43B3-948B-1728B52AA6E4}">
                <adec:decorative xmlns:adec="http://schemas.microsoft.com/office/drawing/2017/decorative" val="1"/>
              </a:ext>
            </a:extLst>
          </p:cNvPr>
          <p:cNvCxnSpPr/>
          <p:nvPr userDrawn="1"/>
        </p:nvCxnSpPr>
        <p:spPr>
          <a:xfrm>
            <a:off x="426720" y="6123963"/>
            <a:ext cx="11301985" cy="0"/>
          </a:xfrm>
          <a:prstGeom prst="line">
            <a:avLst/>
          </a:prstGeom>
          <a:ln w="6350"/>
        </p:spPr>
        <p:style>
          <a:lnRef idx="1">
            <a:schemeClr val="accent1"/>
          </a:lnRef>
          <a:fillRef idx="0">
            <a:schemeClr val="accent1"/>
          </a:fillRef>
          <a:effectRef idx="0">
            <a:schemeClr val="accent1"/>
          </a:effectRef>
          <a:fontRef idx="minor">
            <a:schemeClr val="tx1"/>
          </a:fontRef>
        </p:style>
      </p:cxnSp>
      <p:sp>
        <p:nvSpPr>
          <p:cNvPr id="9" name="Title 1">
            <a:extLst>
              <a:ext uri="{FF2B5EF4-FFF2-40B4-BE49-F238E27FC236}">
                <a16:creationId xmlns:a16="http://schemas.microsoft.com/office/drawing/2014/main" id="{1882C78F-43B9-988C-B568-8C520B8EA2AD}"/>
              </a:ext>
            </a:extLst>
          </p:cNvPr>
          <p:cNvSpPr>
            <a:spLocks noGrp="1"/>
          </p:cNvSpPr>
          <p:nvPr>
            <p:ph type="title" hasCustomPrompt="1"/>
          </p:nvPr>
        </p:nvSpPr>
        <p:spPr>
          <a:xfrm>
            <a:off x="426720" y="365125"/>
            <a:ext cx="10515600" cy="1325563"/>
          </a:xfrm>
        </p:spPr>
        <p:txBody>
          <a:bodyPr anchor="t"/>
          <a:lstStyle/>
          <a:p>
            <a:r>
              <a:rPr lang="en-US"/>
              <a:t>Headline</a:t>
            </a:r>
          </a:p>
        </p:txBody>
      </p:sp>
      <p:sp>
        <p:nvSpPr>
          <p:cNvPr id="2" name="Text Placeholder 3">
            <a:extLst>
              <a:ext uri="{FF2B5EF4-FFF2-40B4-BE49-F238E27FC236}">
                <a16:creationId xmlns:a16="http://schemas.microsoft.com/office/drawing/2014/main" id="{D560A234-533D-15AA-9C9D-BB6B3512A373}"/>
              </a:ext>
            </a:extLst>
          </p:cNvPr>
          <p:cNvSpPr>
            <a:spLocks noGrp="1"/>
          </p:cNvSpPr>
          <p:nvPr>
            <p:ph type="body" sz="quarter" idx="11" hasCustomPrompt="1"/>
          </p:nvPr>
        </p:nvSpPr>
        <p:spPr>
          <a:xfrm>
            <a:off x="427038" y="1924050"/>
            <a:ext cx="9144345" cy="3712475"/>
          </a:xfrm>
          <a:prstGeom prst="rect">
            <a:avLst/>
          </a:prstGeom>
        </p:spPr>
        <p:txBody>
          <a:bodyPr lIns="0" tIns="0" rIns="0" bIns="0">
            <a:noAutofit/>
          </a:bodyPr>
          <a:lstStyle>
            <a:lvl1pPr marL="0" indent="0">
              <a:buFont typeface="Arial" panose="020B0604020202020204" pitchFamily="34" charset="0"/>
              <a:buNone/>
              <a:defRPr sz="3000" b="0">
                <a:solidFill>
                  <a:schemeClr val="tx1"/>
                </a:solidFill>
              </a:defRPr>
            </a:lvl1pPr>
            <a:lvl2pPr marL="457200" indent="0">
              <a:buFont typeface="Arial" panose="020B0604020202020204" pitchFamily="34" charset="0"/>
              <a:buNone/>
              <a:defRPr sz="2000">
                <a:solidFill>
                  <a:schemeClr val="tx1"/>
                </a:solidFill>
              </a:defRPr>
            </a:lvl2pPr>
            <a:lvl3pPr marL="914400" indent="0">
              <a:buFont typeface="Arial" panose="020B0604020202020204" pitchFamily="34" charset="0"/>
              <a:buNone/>
              <a:defRPr sz="2000">
                <a:solidFill>
                  <a:schemeClr val="tx1"/>
                </a:solidFill>
              </a:defRPr>
            </a:lvl3pPr>
            <a:lvl4pPr marL="1371600" indent="0">
              <a:buFont typeface="Arial" panose="020B0604020202020204" pitchFamily="34" charset="0"/>
              <a:buNone/>
              <a:defRPr sz="2000">
                <a:solidFill>
                  <a:schemeClr val="tx1"/>
                </a:solidFill>
              </a:defRPr>
            </a:lvl4pPr>
            <a:lvl5pPr marL="1828800" indent="0">
              <a:buFont typeface="Arial" panose="020B0604020202020204" pitchFamily="34" charset="0"/>
              <a:buNone/>
              <a:defRPr sz="2000">
                <a:solidFill>
                  <a:schemeClr val="tx1"/>
                </a:solidFill>
              </a:defRPr>
            </a:lvl5pPr>
          </a:lstStyle>
          <a:p>
            <a:pPr lvl="0"/>
            <a:r>
              <a:rPr lang="en-US"/>
              <a:t>One Column</a:t>
            </a:r>
          </a:p>
        </p:txBody>
      </p:sp>
    </p:spTree>
    <p:extLst>
      <p:ext uri="{BB962C8B-B14F-4D97-AF65-F5344CB8AC3E}">
        <p14:creationId xmlns:p14="http://schemas.microsoft.com/office/powerpoint/2010/main" val="3917805753"/>
      </p:ext>
    </p:extLst>
  </p:cSld>
  <p:clrMapOvr>
    <a:masterClrMapping/>
  </p:clrMapOvr>
  <p:extLst>
    <p:ext uri="{DCECCB84-F9BA-43D5-87BE-67443E8EF086}">
      <p15:sldGuideLst xmlns:p15="http://schemas.microsoft.com/office/powerpoint/2012/main">
        <p15:guide id="1" orient="horz" pos="216">
          <p15:clr>
            <a:srgbClr val="FBAE40"/>
          </p15:clr>
        </p15:guide>
        <p15:guide id="2" pos="264">
          <p15:clr>
            <a:srgbClr val="FBAE40"/>
          </p15:clr>
        </p15:guide>
        <p15:guide id="3" orient="horz" pos="3696">
          <p15:clr>
            <a:srgbClr val="FBAE40"/>
          </p15:clr>
        </p15:guide>
        <p15:guide id="4" pos="6936">
          <p15:clr>
            <a:srgbClr val="FBAE40"/>
          </p15:clr>
        </p15:guide>
        <p15:guide id="5" pos="7392">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2_Content - Two Column - Light">
    <p:bg>
      <p:bgPr>
        <a:solidFill>
          <a:schemeClr val="bg1"/>
        </a:solidFill>
        <a:effectLst/>
      </p:bgPr>
    </p:bg>
    <p:spTree>
      <p:nvGrpSpPr>
        <p:cNvPr id="1" name=""/>
        <p:cNvGrpSpPr/>
        <p:nvPr/>
      </p:nvGrpSpPr>
      <p:grpSpPr>
        <a:xfrm>
          <a:off x="0" y="0"/>
          <a:ext cx="0" cy="0"/>
          <a:chOff x="0" y="0"/>
          <a:chExt cx="0" cy="0"/>
        </a:xfrm>
      </p:grpSpPr>
      <p:sp>
        <p:nvSpPr>
          <p:cNvPr id="12" name="TextBox 11">
            <a:extLst>
              <a:ext uri="{FF2B5EF4-FFF2-40B4-BE49-F238E27FC236}">
                <a16:creationId xmlns:a16="http://schemas.microsoft.com/office/drawing/2014/main" id="{8E477F52-71BD-C32A-D057-E82B0F6DCC02}"/>
              </a:ext>
            </a:extLst>
          </p:cNvPr>
          <p:cNvSpPr txBox="1"/>
          <p:nvPr userDrawn="1"/>
        </p:nvSpPr>
        <p:spPr>
          <a:xfrm>
            <a:off x="8138160" y="6949440"/>
            <a:ext cx="184731" cy="369332"/>
          </a:xfrm>
          <a:prstGeom prst="rect">
            <a:avLst/>
          </a:prstGeom>
          <a:noFill/>
        </p:spPr>
        <p:txBody>
          <a:bodyPr wrap="none" rtlCol="0">
            <a:spAutoFit/>
          </a:bodyPr>
          <a:lstStyle/>
          <a:p>
            <a:endParaRPr lang="en-US"/>
          </a:p>
        </p:txBody>
      </p:sp>
      <p:pic>
        <p:nvPicPr>
          <p:cNvPr id="3" name="Graphic 2" descr="NCBI Logo (NIH National Library of Medicine National Center for Biotechnology information Logo)">
            <a:extLst>
              <a:ext uri="{FF2B5EF4-FFF2-40B4-BE49-F238E27FC236}">
                <a16:creationId xmlns:a16="http://schemas.microsoft.com/office/drawing/2014/main" id="{5C765E0C-4CCE-2A6C-3C53-A6992ABCF3FA}"/>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426721" y="6257856"/>
            <a:ext cx="2333258" cy="277551"/>
          </a:xfrm>
          <a:prstGeom prst="rect">
            <a:avLst/>
          </a:prstGeom>
        </p:spPr>
      </p:pic>
      <p:pic>
        <p:nvPicPr>
          <p:cNvPr id="5" name="Graphic 4">
            <a:extLst>
              <a:ext uri="{FF2B5EF4-FFF2-40B4-BE49-F238E27FC236}">
                <a16:creationId xmlns:a16="http://schemas.microsoft.com/office/drawing/2014/main" id="{539CBF45-5F88-8F9B-F1A2-A72CBF248C7C}"/>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rot="16200000">
            <a:off x="11138019" y="5944720"/>
            <a:ext cx="303547" cy="877826"/>
          </a:xfrm>
          <a:prstGeom prst="rect">
            <a:avLst/>
          </a:prstGeom>
        </p:spPr>
      </p:pic>
      <p:cxnSp>
        <p:nvCxnSpPr>
          <p:cNvPr id="6" name="Straight Connector 5">
            <a:extLst>
              <a:ext uri="{FF2B5EF4-FFF2-40B4-BE49-F238E27FC236}">
                <a16:creationId xmlns:a16="http://schemas.microsoft.com/office/drawing/2014/main" id="{1D7082A7-7DBC-D739-9973-D1980AF7D4F1}"/>
              </a:ext>
              <a:ext uri="{C183D7F6-B498-43B3-948B-1728B52AA6E4}">
                <adec:decorative xmlns:adec="http://schemas.microsoft.com/office/drawing/2017/decorative" val="1"/>
              </a:ext>
            </a:extLst>
          </p:cNvPr>
          <p:cNvCxnSpPr/>
          <p:nvPr userDrawn="1"/>
        </p:nvCxnSpPr>
        <p:spPr>
          <a:xfrm>
            <a:off x="426720" y="6123963"/>
            <a:ext cx="11301985" cy="0"/>
          </a:xfrm>
          <a:prstGeom prst="line">
            <a:avLst/>
          </a:prstGeom>
          <a:ln w="6350"/>
        </p:spPr>
        <p:style>
          <a:lnRef idx="1">
            <a:schemeClr val="accent1"/>
          </a:lnRef>
          <a:fillRef idx="0">
            <a:schemeClr val="accent1"/>
          </a:fillRef>
          <a:effectRef idx="0">
            <a:schemeClr val="accent1"/>
          </a:effectRef>
          <a:fontRef idx="minor">
            <a:schemeClr val="tx1"/>
          </a:fontRef>
        </p:style>
      </p:cxnSp>
      <p:sp>
        <p:nvSpPr>
          <p:cNvPr id="8" name="Text Placeholder 3">
            <a:extLst>
              <a:ext uri="{FF2B5EF4-FFF2-40B4-BE49-F238E27FC236}">
                <a16:creationId xmlns:a16="http://schemas.microsoft.com/office/drawing/2014/main" id="{3613F54F-A2F7-F2F6-62E6-62B006D8B096}"/>
              </a:ext>
            </a:extLst>
          </p:cNvPr>
          <p:cNvSpPr>
            <a:spLocks noGrp="1"/>
          </p:cNvSpPr>
          <p:nvPr>
            <p:ph type="body" sz="quarter" idx="10" hasCustomPrompt="1"/>
          </p:nvPr>
        </p:nvSpPr>
        <p:spPr>
          <a:xfrm>
            <a:off x="427038" y="1924050"/>
            <a:ext cx="5348634" cy="3712475"/>
          </a:xfrm>
          <a:prstGeom prst="rect">
            <a:avLst/>
          </a:prstGeom>
        </p:spPr>
        <p:txBody>
          <a:bodyPr/>
          <a:lstStyle>
            <a:lvl1pPr marL="0" indent="0">
              <a:buFont typeface="Arial" panose="020B0604020202020204" pitchFamily="34" charset="0"/>
              <a:buNone/>
              <a:defRPr sz="2600" b="0">
                <a:solidFill>
                  <a:schemeClr val="tx1"/>
                </a:solidFill>
              </a:defRPr>
            </a:lvl1pPr>
            <a:lvl2pPr marL="457200" indent="0">
              <a:buFont typeface="Arial" panose="020B0604020202020204" pitchFamily="34" charset="0"/>
              <a:buNone/>
              <a:defRPr sz="2000">
                <a:solidFill>
                  <a:schemeClr val="tx1"/>
                </a:solidFill>
              </a:defRPr>
            </a:lvl2pPr>
            <a:lvl3pPr marL="914400" indent="0">
              <a:buFont typeface="Arial" panose="020B0604020202020204" pitchFamily="34" charset="0"/>
              <a:buNone/>
              <a:defRPr sz="2000">
                <a:solidFill>
                  <a:schemeClr val="tx1"/>
                </a:solidFill>
              </a:defRPr>
            </a:lvl3pPr>
            <a:lvl4pPr marL="1371600" indent="0">
              <a:buFont typeface="Arial" panose="020B0604020202020204" pitchFamily="34" charset="0"/>
              <a:buNone/>
              <a:defRPr sz="2000">
                <a:solidFill>
                  <a:schemeClr val="tx1"/>
                </a:solidFill>
              </a:defRPr>
            </a:lvl4pPr>
            <a:lvl5pPr marL="1828800" indent="0">
              <a:buFont typeface="Arial" panose="020B0604020202020204" pitchFamily="34" charset="0"/>
              <a:buNone/>
              <a:defRPr sz="2000">
                <a:solidFill>
                  <a:schemeClr val="tx1"/>
                </a:solidFill>
              </a:defRPr>
            </a:lvl5pPr>
          </a:lstStyle>
          <a:p>
            <a:pPr lvl="0"/>
            <a:r>
              <a:rPr lang="en-US"/>
              <a:t>Two Column</a:t>
            </a:r>
          </a:p>
        </p:txBody>
      </p:sp>
      <p:sp>
        <p:nvSpPr>
          <p:cNvPr id="9" name="Title 1">
            <a:extLst>
              <a:ext uri="{FF2B5EF4-FFF2-40B4-BE49-F238E27FC236}">
                <a16:creationId xmlns:a16="http://schemas.microsoft.com/office/drawing/2014/main" id="{1882C78F-43B9-988C-B568-8C520B8EA2AD}"/>
              </a:ext>
            </a:extLst>
          </p:cNvPr>
          <p:cNvSpPr>
            <a:spLocks noGrp="1"/>
          </p:cNvSpPr>
          <p:nvPr>
            <p:ph type="title" hasCustomPrompt="1"/>
          </p:nvPr>
        </p:nvSpPr>
        <p:spPr>
          <a:xfrm>
            <a:off x="426720" y="365125"/>
            <a:ext cx="10515600" cy="1325563"/>
          </a:xfrm>
        </p:spPr>
        <p:txBody>
          <a:bodyPr anchor="t"/>
          <a:lstStyle/>
          <a:p>
            <a:r>
              <a:rPr lang="en-US"/>
              <a:t>Headline</a:t>
            </a:r>
          </a:p>
        </p:txBody>
      </p:sp>
      <p:sp>
        <p:nvSpPr>
          <p:cNvPr id="11" name="Text Placeholder 3">
            <a:extLst>
              <a:ext uri="{FF2B5EF4-FFF2-40B4-BE49-F238E27FC236}">
                <a16:creationId xmlns:a16="http://schemas.microsoft.com/office/drawing/2014/main" id="{49EB669C-81D5-BB60-4F7F-B94B0A16FEB9}"/>
              </a:ext>
            </a:extLst>
          </p:cNvPr>
          <p:cNvSpPr>
            <a:spLocks noGrp="1"/>
          </p:cNvSpPr>
          <p:nvPr>
            <p:ph type="body" sz="quarter" idx="11" hasCustomPrompt="1"/>
          </p:nvPr>
        </p:nvSpPr>
        <p:spPr>
          <a:xfrm>
            <a:off x="6390517" y="1924050"/>
            <a:ext cx="5348634" cy="3712475"/>
          </a:xfrm>
          <a:prstGeom prst="rect">
            <a:avLst/>
          </a:prstGeom>
        </p:spPr>
        <p:txBody>
          <a:bodyPr/>
          <a:lstStyle>
            <a:lvl1pPr marL="0" indent="0">
              <a:buFont typeface="Arial" panose="020B0604020202020204" pitchFamily="34" charset="0"/>
              <a:buNone/>
              <a:defRPr sz="2600" b="0">
                <a:solidFill>
                  <a:schemeClr val="tx1"/>
                </a:solidFill>
              </a:defRPr>
            </a:lvl1pPr>
            <a:lvl2pPr marL="457200" indent="0">
              <a:buFont typeface="Arial" panose="020B0604020202020204" pitchFamily="34" charset="0"/>
              <a:buNone/>
              <a:defRPr sz="2000">
                <a:solidFill>
                  <a:schemeClr val="tx1"/>
                </a:solidFill>
              </a:defRPr>
            </a:lvl2pPr>
            <a:lvl3pPr marL="914400" indent="0">
              <a:buFont typeface="Arial" panose="020B0604020202020204" pitchFamily="34" charset="0"/>
              <a:buNone/>
              <a:defRPr sz="2000">
                <a:solidFill>
                  <a:schemeClr val="tx1"/>
                </a:solidFill>
              </a:defRPr>
            </a:lvl3pPr>
            <a:lvl4pPr marL="1371600" indent="0">
              <a:buFont typeface="Arial" panose="020B0604020202020204" pitchFamily="34" charset="0"/>
              <a:buNone/>
              <a:defRPr sz="2000">
                <a:solidFill>
                  <a:schemeClr val="tx1"/>
                </a:solidFill>
              </a:defRPr>
            </a:lvl4pPr>
            <a:lvl5pPr marL="1828800" indent="0">
              <a:buFont typeface="Arial" panose="020B0604020202020204" pitchFamily="34" charset="0"/>
              <a:buNone/>
              <a:defRPr sz="2000">
                <a:solidFill>
                  <a:schemeClr val="tx1"/>
                </a:solidFill>
              </a:defRPr>
            </a:lvl5pPr>
          </a:lstStyle>
          <a:p>
            <a:pPr lvl="0"/>
            <a:r>
              <a:rPr lang="en-US"/>
              <a:t>Two Column</a:t>
            </a:r>
          </a:p>
        </p:txBody>
      </p:sp>
    </p:spTree>
    <p:extLst>
      <p:ext uri="{BB962C8B-B14F-4D97-AF65-F5344CB8AC3E}">
        <p14:creationId xmlns:p14="http://schemas.microsoft.com/office/powerpoint/2010/main" val="1874704758"/>
      </p:ext>
    </p:extLst>
  </p:cSld>
  <p:clrMapOvr>
    <a:masterClrMapping/>
  </p:clrMapOvr>
  <p:extLst>
    <p:ext uri="{DCECCB84-F9BA-43D5-87BE-67443E8EF086}">
      <p15:sldGuideLst xmlns:p15="http://schemas.microsoft.com/office/powerpoint/2012/main">
        <p15:guide id="1" orient="horz" pos="216">
          <p15:clr>
            <a:srgbClr val="FBAE40"/>
          </p15:clr>
        </p15:guide>
        <p15:guide id="2" pos="264">
          <p15:clr>
            <a:srgbClr val="FBAE40"/>
          </p15:clr>
        </p15:guide>
        <p15:guide id="3" orient="horz" pos="3696">
          <p15:clr>
            <a:srgbClr val="FBAE40"/>
          </p15:clr>
        </p15:guide>
        <p15:guide id="4" pos="6936">
          <p15:clr>
            <a:srgbClr val="FBAE40"/>
          </p15:clr>
        </p15:guide>
        <p15:guide id="5" pos="7392">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2_Content - One Column - Dark">
    <p:bg>
      <p:bgPr>
        <a:solidFill>
          <a:schemeClr val="accent5"/>
        </a:solidFill>
        <a:effectLst/>
      </p:bgPr>
    </p:bg>
    <p:spTree>
      <p:nvGrpSpPr>
        <p:cNvPr id="1" name=""/>
        <p:cNvGrpSpPr/>
        <p:nvPr/>
      </p:nvGrpSpPr>
      <p:grpSpPr>
        <a:xfrm>
          <a:off x="0" y="0"/>
          <a:ext cx="0" cy="0"/>
          <a:chOff x="0" y="0"/>
          <a:chExt cx="0" cy="0"/>
        </a:xfrm>
      </p:grpSpPr>
      <p:sp>
        <p:nvSpPr>
          <p:cNvPr id="12" name="TextBox 11">
            <a:extLst>
              <a:ext uri="{FF2B5EF4-FFF2-40B4-BE49-F238E27FC236}">
                <a16:creationId xmlns:a16="http://schemas.microsoft.com/office/drawing/2014/main" id="{8E477F52-71BD-C32A-D057-E82B0F6DCC02}"/>
              </a:ext>
            </a:extLst>
          </p:cNvPr>
          <p:cNvSpPr txBox="1"/>
          <p:nvPr userDrawn="1"/>
        </p:nvSpPr>
        <p:spPr>
          <a:xfrm>
            <a:off x="8138160" y="6949440"/>
            <a:ext cx="184731" cy="369332"/>
          </a:xfrm>
          <a:prstGeom prst="rect">
            <a:avLst/>
          </a:prstGeom>
          <a:noFill/>
        </p:spPr>
        <p:txBody>
          <a:bodyPr wrap="none" rtlCol="0">
            <a:spAutoFit/>
          </a:bodyPr>
          <a:lstStyle/>
          <a:p>
            <a:endParaRPr lang="en-US"/>
          </a:p>
        </p:txBody>
      </p:sp>
      <p:pic>
        <p:nvPicPr>
          <p:cNvPr id="3" name="Graphic 2" descr="NCBI Logo (NIH National Library of Medicine National Center for Biotechnology information Logo)">
            <a:extLst>
              <a:ext uri="{FF2B5EF4-FFF2-40B4-BE49-F238E27FC236}">
                <a16:creationId xmlns:a16="http://schemas.microsoft.com/office/drawing/2014/main" id="{5C765E0C-4CCE-2A6C-3C53-A6992ABCF3FA}"/>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426721" y="6257856"/>
            <a:ext cx="2333258" cy="277550"/>
          </a:xfrm>
          <a:prstGeom prst="rect">
            <a:avLst/>
          </a:prstGeom>
        </p:spPr>
      </p:pic>
      <p:pic>
        <p:nvPicPr>
          <p:cNvPr id="5" name="Graphic 4">
            <a:extLst>
              <a:ext uri="{FF2B5EF4-FFF2-40B4-BE49-F238E27FC236}">
                <a16:creationId xmlns:a16="http://schemas.microsoft.com/office/drawing/2014/main" id="{539CBF45-5F88-8F9B-F1A2-A72CBF248C7C}"/>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rot="16200000">
            <a:off x="11138019" y="5944720"/>
            <a:ext cx="303547" cy="877826"/>
          </a:xfrm>
          <a:prstGeom prst="rect">
            <a:avLst/>
          </a:prstGeom>
        </p:spPr>
      </p:pic>
      <p:cxnSp>
        <p:nvCxnSpPr>
          <p:cNvPr id="6" name="Straight Connector 5">
            <a:extLst>
              <a:ext uri="{FF2B5EF4-FFF2-40B4-BE49-F238E27FC236}">
                <a16:creationId xmlns:a16="http://schemas.microsoft.com/office/drawing/2014/main" id="{1D7082A7-7DBC-D739-9973-D1980AF7D4F1}"/>
              </a:ext>
              <a:ext uri="{C183D7F6-B498-43B3-948B-1728B52AA6E4}">
                <adec:decorative xmlns:adec="http://schemas.microsoft.com/office/drawing/2017/decorative" val="1"/>
              </a:ext>
            </a:extLst>
          </p:cNvPr>
          <p:cNvCxnSpPr/>
          <p:nvPr userDrawn="1"/>
        </p:nvCxnSpPr>
        <p:spPr>
          <a:xfrm>
            <a:off x="426720" y="6123963"/>
            <a:ext cx="11301985" cy="0"/>
          </a:xfrm>
          <a:prstGeom prst="line">
            <a:avLst/>
          </a:prstGeom>
          <a:ln w="6350">
            <a:solidFill>
              <a:schemeClr val="accent3"/>
            </a:solidFill>
          </a:ln>
        </p:spPr>
        <p:style>
          <a:lnRef idx="1">
            <a:schemeClr val="accent1"/>
          </a:lnRef>
          <a:fillRef idx="0">
            <a:schemeClr val="accent1"/>
          </a:fillRef>
          <a:effectRef idx="0">
            <a:schemeClr val="accent1"/>
          </a:effectRef>
          <a:fontRef idx="minor">
            <a:schemeClr val="tx1"/>
          </a:fontRef>
        </p:style>
      </p:cxnSp>
      <p:sp>
        <p:nvSpPr>
          <p:cNvPr id="8" name="Text Placeholder 3">
            <a:extLst>
              <a:ext uri="{FF2B5EF4-FFF2-40B4-BE49-F238E27FC236}">
                <a16:creationId xmlns:a16="http://schemas.microsoft.com/office/drawing/2014/main" id="{3613F54F-A2F7-F2F6-62E6-62B006D8B096}"/>
              </a:ext>
            </a:extLst>
          </p:cNvPr>
          <p:cNvSpPr>
            <a:spLocks noGrp="1"/>
          </p:cNvSpPr>
          <p:nvPr>
            <p:ph type="body" sz="quarter" idx="10" hasCustomPrompt="1"/>
          </p:nvPr>
        </p:nvSpPr>
        <p:spPr>
          <a:xfrm>
            <a:off x="427038" y="1924050"/>
            <a:ext cx="9144345" cy="3712475"/>
          </a:xfrm>
          <a:prstGeom prst="rect">
            <a:avLst/>
          </a:prstGeom>
        </p:spPr>
        <p:txBody>
          <a:bodyPr/>
          <a:lstStyle>
            <a:lvl1pPr marL="0" indent="0">
              <a:buClr>
                <a:schemeClr val="accent3"/>
              </a:buClr>
              <a:buFont typeface="Arial" panose="020B0604020202020204" pitchFamily="34" charset="0"/>
              <a:buNone/>
              <a:defRPr sz="3000" b="0">
                <a:solidFill>
                  <a:schemeClr val="bg1"/>
                </a:solidFill>
              </a:defRPr>
            </a:lvl1pPr>
            <a:lvl2pPr marL="457200" indent="0">
              <a:buFont typeface="Arial" panose="020B0604020202020204" pitchFamily="34" charset="0"/>
              <a:buNone/>
              <a:defRPr sz="2000">
                <a:solidFill>
                  <a:schemeClr val="tx1"/>
                </a:solidFill>
              </a:defRPr>
            </a:lvl2pPr>
            <a:lvl3pPr marL="914400" indent="0">
              <a:buFont typeface="Arial" panose="020B0604020202020204" pitchFamily="34" charset="0"/>
              <a:buNone/>
              <a:defRPr sz="2000">
                <a:solidFill>
                  <a:schemeClr val="tx1"/>
                </a:solidFill>
              </a:defRPr>
            </a:lvl3pPr>
            <a:lvl4pPr marL="1371600" indent="0">
              <a:buFont typeface="Arial" panose="020B0604020202020204" pitchFamily="34" charset="0"/>
              <a:buNone/>
              <a:defRPr sz="2000">
                <a:solidFill>
                  <a:schemeClr val="tx1"/>
                </a:solidFill>
              </a:defRPr>
            </a:lvl4pPr>
            <a:lvl5pPr marL="1828800" indent="0">
              <a:buFont typeface="Arial" panose="020B0604020202020204" pitchFamily="34" charset="0"/>
              <a:buNone/>
              <a:defRPr sz="2000">
                <a:solidFill>
                  <a:schemeClr val="tx1"/>
                </a:solidFill>
              </a:defRPr>
            </a:lvl5pPr>
          </a:lstStyle>
          <a:p>
            <a:pPr lvl="0"/>
            <a:r>
              <a:rPr lang="en-US"/>
              <a:t>One Column</a:t>
            </a:r>
          </a:p>
        </p:txBody>
      </p:sp>
      <p:sp>
        <p:nvSpPr>
          <p:cNvPr id="9" name="Title 1">
            <a:extLst>
              <a:ext uri="{FF2B5EF4-FFF2-40B4-BE49-F238E27FC236}">
                <a16:creationId xmlns:a16="http://schemas.microsoft.com/office/drawing/2014/main" id="{1882C78F-43B9-988C-B568-8C520B8EA2AD}"/>
              </a:ext>
            </a:extLst>
          </p:cNvPr>
          <p:cNvSpPr>
            <a:spLocks noGrp="1"/>
          </p:cNvSpPr>
          <p:nvPr>
            <p:ph type="title" hasCustomPrompt="1"/>
          </p:nvPr>
        </p:nvSpPr>
        <p:spPr>
          <a:xfrm>
            <a:off x="426720" y="365125"/>
            <a:ext cx="10515600" cy="1325563"/>
          </a:xfrm>
        </p:spPr>
        <p:txBody>
          <a:bodyPr anchor="t"/>
          <a:lstStyle>
            <a:lvl1pPr>
              <a:defRPr>
                <a:solidFill>
                  <a:schemeClr val="bg1"/>
                </a:solidFill>
              </a:defRPr>
            </a:lvl1pPr>
          </a:lstStyle>
          <a:p>
            <a:r>
              <a:rPr lang="en-US"/>
              <a:t>Headline</a:t>
            </a:r>
          </a:p>
        </p:txBody>
      </p:sp>
    </p:spTree>
    <p:extLst>
      <p:ext uri="{BB962C8B-B14F-4D97-AF65-F5344CB8AC3E}">
        <p14:creationId xmlns:p14="http://schemas.microsoft.com/office/powerpoint/2010/main" val="2528345295"/>
      </p:ext>
    </p:extLst>
  </p:cSld>
  <p:clrMapOvr>
    <a:masterClrMapping/>
  </p:clrMapOvr>
  <p:extLst>
    <p:ext uri="{DCECCB84-F9BA-43D5-87BE-67443E8EF086}">
      <p15:sldGuideLst xmlns:p15="http://schemas.microsoft.com/office/powerpoint/2012/main">
        <p15:guide id="1" orient="horz" pos="216">
          <p15:clr>
            <a:srgbClr val="FBAE40"/>
          </p15:clr>
        </p15:guide>
        <p15:guide id="2" pos="264">
          <p15:clr>
            <a:srgbClr val="FBAE40"/>
          </p15:clr>
        </p15:guide>
        <p15:guide id="3" orient="horz" pos="3696">
          <p15:clr>
            <a:srgbClr val="FBAE40"/>
          </p15:clr>
        </p15:guide>
        <p15:guide id="4" pos="6936">
          <p15:clr>
            <a:srgbClr val="FBAE40"/>
          </p15:clr>
        </p15:guide>
        <p15:guide id="5" pos="7392">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2_Content - Two Column - Dark">
    <p:bg>
      <p:bgPr>
        <a:solidFill>
          <a:schemeClr val="accent5"/>
        </a:solidFill>
        <a:effectLst/>
      </p:bgPr>
    </p:bg>
    <p:spTree>
      <p:nvGrpSpPr>
        <p:cNvPr id="1" name=""/>
        <p:cNvGrpSpPr/>
        <p:nvPr/>
      </p:nvGrpSpPr>
      <p:grpSpPr>
        <a:xfrm>
          <a:off x="0" y="0"/>
          <a:ext cx="0" cy="0"/>
          <a:chOff x="0" y="0"/>
          <a:chExt cx="0" cy="0"/>
        </a:xfrm>
      </p:grpSpPr>
      <p:sp>
        <p:nvSpPr>
          <p:cNvPr id="12" name="TextBox 11">
            <a:extLst>
              <a:ext uri="{FF2B5EF4-FFF2-40B4-BE49-F238E27FC236}">
                <a16:creationId xmlns:a16="http://schemas.microsoft.com/office/drawing/2014/main" id="{8E477F52-71BD-C32A-D057-E82B0F6DCC02}"/>
              </a:ext>
            </a:extLst>
          </p:cNvPr>
          <p:cNvSpPr txBox="1"/>
          <p:nvPr userDrawn="1"/>
        </p:nvSpPr>
        <p:spPr>
          <a:xfrm>
            <a:off x="8138160" y="6949440"/>
            <a:ext cx="184731" cy="369332"/>
          </a:xfrm>
          <a:prstGeom prst="rect">
            <a:avLst/>
          </a:prstGeom>
          <a:noFill/>
        </p:spPr>
        <p:txBody>
          <a:bodyPr wrap="none" rtlCol="0">
            <a:spAutoFit/>
          </a:bodyPr>
          <a:lstStyle/>
          <a:p>
            <a:endParaRPr lang="en-US"/>
          </a:p>
        </p:txBody>
      </p:sp>
      <p:sp>
        <p:nvSpPr>
          <p:cNvPr id="9" name="Title 1">
            <a:extLst>
              <a:ext uri="{FF2B5EF4-FFF2-40B4-BE49-F238E27FC236}">
                <a16:creationId xmlns:a16="http://schemas.microsoft.com/office/drawing/2014/main" id="{1882C78F-43B9-988C-B568-8C520B8EA2AD}"/>
              </a:ext>
            </a:extLst>
          </p:cNvPr>
          <p:cNvSpPr>
            <a:spLocks noGrp="1"/>
          </p:cNvSpPr>
          <p:nvPr>
            <p:ph type="title" hasCustomPrompt="1"/>
          </p:nvPr>
        </p:nvSpPr>
        <p:spPr>
          <a:xfrm>
            <a:off x="426720" y="365125"/>
            <a:ext cx="10515600" cy="1325563"/>
          </a:xfrm>
        </p:spPr>
        <p:txBody>
          <a:bodyPr anchor="t"/>
          <a:lstStyle>
            <a:lvl1pPr>
              <a:defRPr>
                <a:solidFill>
                  <a:schemeClr val="bg1"/>
                </a:solidFill>
              </a:defRPr>
            </a:lvl1pPr>
          </a:lstStyle>
          <a:p>
            <a:r>
              <a:rPr lang="en-US"/>
              <a:t>Headline</a:t>
            </a:r>
          </a:p>
        </p:txBody>
      </p:sp>
      <p:sp>
        <p:nvSpPr>
          <p:cNvPr id="17" name="Text Placeholder 3">
            <a:extLst>
              <a:ext uri="{FF2B5EF4-FFF2-40B4-BE49-F238E27FC236}">
                <a16:creationId xmlns:a16="http://schemas.microsoft.com/office/drawing/2014/main" id="{23B09C06-FF86-016C-DA5F-BA1CB7EF9F46}"/>
              </a:ext>
            </a:extLst>
          </p:cNvPr>
          <p:cNvSpPr>
            <a:spLocks noGrp="1"/>
          </p:cNvSpPr>
          <p:nvPr>
            <p:ph type="body" sz="quarter" idx="10" hasCustomPrompt="1"/>
          </p:nvPr>
        </p:nvSpPr>
        <p:spPr>
          <a:xfrm>
            <a:off x="427038" y="1924050"/>
            <a:ext cx="5348634" cy="3712475"/>
          </a:xfrm>
          <a:prstGeom prst="rect">
            <a:avLst/>
          </a:prstGeom>
        </p:spPr>
        <p:txBody>
          <a:bodyPr/>
          <a:lstStyle>
            <a:lvl1pPr marL="0" indent="0">
              <a:buClr>
                <a:schemeClr val="accent3"/>
              </a:buClr>
              <a:buFont typeface="Arial" panose="020B0604020202020204" pitchFamily="34" charset="0"/>
              <a:buNone/>
              <a:defRPr sz="2400" b="0">
                <a:solidFill>
                  <a:schemeClr val="bg1"/>
                </a:solidFill>
              </a:defRPr>
            </a:lvl1pPr>
            <a:lvl2pPr marL="457200" indent="0">
              <a:buFont typeface="Arial" panose="020B0604020202020204" pitchFamily="34" charset="0"/>
              <a:buNone/>
              <a:defRPr sz="2000">
                <a:solidFill>
                  <a:schemeClr val="tx1"/>
                </a:solidFill>
              </a:defRPr>
            </a:lvl2pPr>
            <a:lvl3pPr marL="914400" indent="0">
              <a:buFont typeface="Arial" panose="020B0604020202020204" pitchFamily="34" charset="0"/>
              <a:buNone/>
              <a:defRPr sz="2000">
                <a:solidFill>
                  <a:schemeClr val="tx1"/>
                </a:solidFill>
              </a:defRPr>
            </a:lvl3pPr>
            <a:lvl4pPr marL="1371600" indent="0">
              <a:buFont typeface="Arial" panose="020B0604020202020204" pitchFamily="34" charset="0"/>
              <a:buNone/>
              <a:defRPr sz="2000">
                <a:solidFill>
                  <a:schemeClr val="tx1"/>
                </a:solidFill>
              </a:defRPr>
            </a:lvl4pPr>
            <a:lvl5pPr marL="1828800" indent="0">
              <a:buFont typeface="Arial" panose="020B0604020202020204" pitchFamily="34" charset="0"/>
              <a:buNone/>
              <a:defRPr sz="2000">
                <a:solidFill>
                  <a:schemeClr val="tx1"/>
                </a:solidFill>
              </a:defRPr>
            </a:lvl5pPr>
          </a:lstStyle>
          <a:p>
            <a:pPr lvl="0"/>
            <a:r>
              <a:rPr lang="en-US"/>
              <a:t>Two Column</a:t>
            </a:r>
          </a:p>
        </p:txBody>
      </p:sp>
      <p:sp>
        <p:nvSpPr>
          <p:cNvPr id="19" name="Text Placeholder 3">
            <a:extLst>
              <a:ext uri="{FF2B5EF4-FFF2-40B4-BE49-F238E27FC236}">
                <a16:creationId xmlns:a16="http://schemas.microsoft.com/office/drawing/2014/main" id="{AFA4C56E-9AA0-CC5A-564F-E319DA0B0A90}"/>
              </a:ext>
            </a:extLst>
          </p:cNvPr>
          <p:cNvSpPr>
            <a:spLocks noGrp="1"/>
          </p:cNvSpPr>
          <p:nvPr>
            <p:ph type="body" sz="quarter" idx="11" hasCustomPrompt="1"/>
          </p:nvPr>
        </p:nvSpPr>
        <p:spPr>
          <a:xfrm>
            <a:off x="6390517" y="1924050"/>
            <a:ext cx="5348634" cy="3712475"/>
          </a:xfrm>
          <a:prstGeom prst="rect">
            <a:avLst/>
          </a:prstGeom>
        </p:spPr>
        <p:txBody>
          <a:bodyPr/>
          <a:lstStyle>
            <a:lvl1pPr marL="0" indent="0">
              <a:buClr>
                <a:schemeClr val="accent3"/>
              </a:buClr>
              <a:buFont typeface="Arial" panose="020B0604020202020204" pitchFamily="34" charset="0"/>
              <a:buNone/>
              <a:defRPr sz="2400" b="0">
                <a:solidFill>
                  <a:schemeClr val="bg1"/>
                </a:solidFill>
              </a:defRPr>
            </a:lvl1pPr>
            <a:lvl2pPr marL="457200" indent="0">
              <a:buFont typeface="Arial" panose="020B0604020202020204" pitchFamily="34" charset="0"/>
              <a:buNone/>
              <a:defRPr sz="2000">
                <a:solidFill>
                  <a:schemeClr val="tx1"/>
                </a:solidFill>
              </a:defRPr>
            </a:lvl2pPr>
            <a:lvl3pPr marL="914400" indent="0">
              <a:buFont typeface="Arial" panose="020B0604020202020204" pitchFamily="34" charset="0"/>
              <a:buNone/>
              <a:defRPr sz="2000">
                <a:solidFill>
                  <a:schemeClr val="tx1"/>
                </a:solidFill>
              </a:defRPr>
            </a:lvl3pPr>
            <a:lvl4pPr marL="1371600" indent="0">
              <a:buFont typeface="Arial" panose="020B0604020202020204" pitchFamily="34" charset="0"/>
              <a:buNone/>
              <a:defRPr sz="2000">
                <a:solidFill>
                  <a:schemeClr val="tx1"/>
                </a:solidFill>
              </a:defRPr>
            </a:lvl4pPr>
            <a:lvl5pPr marL="1828800" indent="0">
              <a:buFont typeface="Arial" panose="020B0604020202020204" pitchFamily="34" charset="0"/>
              <a:buNone/>
              <a:defRPr sz="2000">
                <a:solidFill>
                  <a:schemeClr val="tx1"/>
                </a:solidFill>
              </a:defRPr>
            </a:lvl5pPr>
          </a:lstStyle>
          <a:p>
            <a:pPr lvl="0"/>
            <a:r>
              <a:rPr lang="en-US"/>
              <a:t>Two Column</a:t>
            </a:r>
          </a:p>
        </p:txBody>
      </p:sp>
      <p:pic>
        <p:nvPicPr>
          <p:cNvPr id="20" name="Graphic 19" descr="NCBI Logo (NIH National Library of Medicine National Center for Biotechnology information Logo)">
            <a:extLst>
              <a:ext uri="{FF2B5EF4-FFF2-40B4-BE49-F238E27FC236}">
                <a16:creationId xmlns:a16="http://schemas.microsoft.com/office/drawing/2014/main" id="{01CD569F-E79E-AD8C-2A53-154024EBD9FF}"/>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426721" y="6257856"/>
            <a:ext cx="2333258" cy="277550"/>
          </a:xfrm>
          <a:prstGeom prst="rect">
            <a:avLst/>
          </a:prstGeom>
        </p:spPr>
      </p:pic>
      <p:pic>
        <p:nvPicPr>
          <p:cNvPr id="21" name="Graphic 20">
            <a:extLst>
              <a:ext uri="{FF2B5EF4-FFF2-40B4-BE49-F238E27FC236}">
                <a16:creationId xmlns:a16="http://schemas.microsoft.com/office/drawing/2014/main" id="{798A832D-81DC-9A3B-CCB9-B10AC507A19B}"/>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rot="16200000">
            <a:off x="11138019" y="5944720"/>
            <a:ext cx="303547" cy="877826"/>
          </a:xfrm>
          <a:prstGeom prst="rect">
            <a:avLst/>
          </a:prstGeom>
        </p:spPr>
      </p:pic>
      <p:cxnSp>
        <p:nvCxnSpPr>
          <p:cNvPr id="22" name="Straight Connector 21">
            <a:extLst>
              <a:ext uri="{FF2B5EF4-FFF2-40B4-BE49-F238E27FC236}">
                <a16:creationId xmlns:a16="http://schemas.microsoft.com/office/drawing/2014/main" id="{5C91C8E7-B319-3185-6F93-8CEBB0BBC09D}"/>
              </a:ext>
              <a:ext uri="{C183D7F6-B498-43B3-948B-1728B52AA6E4}">
                <adec:decorative xmlns:adec="http://schemas.microsoft.com/office/drawing/2017/decorative" val="1"/>
              </a:ext>
            </a:extLst>
          </p:cNvPr>
          <p:cNvCxnSpPr/>
          <p:nvPr userDrawn="1"/>
        </p:nvCxnSpPr>
        <p:spPr>
          <a:xfrm>
            <a:off x="426720" y="6123963"/>
            <a:ext cx="11301985" cy="0"/>
          </a:xfrm>
          <a:prstGeom prst="line">
            <a:avLst/>
          </a:prstGeom>
          <a:ln w="6350">
            <a:solidFill>
              <a:schemeClr val="accent3"/>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50301561"/>
      </p:ext>
    </p:extLst>
  </p:cSld>
  <p:clrMapOvr>
    <a:masterClrMapping/>
  </p:clrMapOvr>
  <p:extLst>
    <p:ext uri="{DCECCB84-F9BA-43D5-87BE-67443E8EF086}">
      <p15:sldGuideLst xmlns:p15="http://schemas.microsoft.com/office/powerpoint/2012/main">
        <p15:guide id="1" orient="horz" pos="216" userDrawn="1">
          <p15:clr>
            <a:srgbClr val="FBAE40"/>
          </p15:clr>
        </p15:guide>
        <p15:guide id="2" pos="264" userDrawn="1">
          <p15:clr>
            <a:srgbClr val="FBAE40"/>
          </p15:clr>
        </p15:guide>
        <p15:guide id="3" orient="horz" pos="3696" userDrawn="1">
          <p15:clr>
            <a:srgbClr val="FBAE40"/>
          </p15:clr>
        </p15:guide>
        <p15:guide id="4" pos="6936" userDrawn="1">
          <p15:clr>
            <a:srgbClr val="FBAE40"/>
          </p15:clr>
        </p15:guide>
        <p15:guide id="5" pos="7392"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4_Break Slide">
    <p:bg>
      <p:bgPr>
        <a:solidFill>
          <a:schemeClr val="accent2">
            <a:lumMod val="40000"/>
            <a:lumOff val="60000"/>
          </a:schemeClr>
        </a:solidFill>
        <a:effectLst/>
      </p:bgPr>
    </p:bg>
    <p:spTree>
      <p:nvGrpSpPr>
        <p:cNvPr id="1" name=""/>
        <p:cNvGrpSpPr/>
        <p:nvPr/>
      </p:nvGrpSpPr>
      <p:grpSpPr>
        <a:xfrm>
          <a:off x="0" y="0"/>
          <a:ext cx="0" cy="0"/>
          <a:chOff x="0" y="0"/>
          <a:chExt cx="0" cy="0"/>
        </a:xfrm>
      </p:grpSpPr>
      <p:pic>
        <p:nvPicPr>
          <p:cNvPr id="2" name="Graphic 1">
            <a:extLst>
              <a:ext uri="{FF2B5EF4-FFF2-40B4-BE49-F238E27FC236}">
                <a16:creationId xmlns:a16="http://schemas.microsoft.com/office/drawing/2014/main" id="{80A49955-8888-A5BB-538C-72E2E7947C91}"/>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rot="16200000">
            <a:off x="3911069" y="-1429026"/>
            <a:ext cx="4371387" cy="12641578"/>
          </a:xfrm>
          <a:prstGeom prst="rect">
            <a:avLst/>
          </a:prstGeom>
        </p:spPr>
      </p:pic>
      <p:sp>
        <p:nvSpPr>
          <p:cNvPr id="12" name="Title 1">
            <a:extLst>
              <a:ext uri="{FF2B5EF4-FFF2-40B4-BE49-F238E27FC236}">
                <a16:creationId xmlns:a16="http://schemas.microsoft.com/office/drawing/2014/main" id="{759966C1-7063-9414-2DAD-CC52B1A8D7E8}"/>
              </a:ext>
            </a:extLst>
          </p:cNvPr>
          <p:cNvSpPr>
            <a:spLocks noGrp="1"/>
          </p:cNvSpPr>
          <p:nvPr>
            <p:ph type="title" hasCustomPrompt="1"/>
          </p:nvPr>
        </p:nvSpPr>
        <p:spPr>
          <a:xfrm>
            <a:off x="426720" y="365125"/>
            <a:ext cx="10515600" cy="1325563"/>
          </a:xfrm>
        </p:spPr>
        <p:txBody>
          <a:bodyPr anchor="t"/>
          <a:lstStyle/>
          <a:p>
            <a:r>
              <a:rPr lang="en-US"/>
              <a:t>Break Slide Title</a:t>
            </a:r>
          </a:p>
        </p:txBody>
      </p:sp>
    </p:spTree>
    <p:extLst>
      <p:ext uri="{BB962C8B-B14F-4D97-AF65-F5344CB8AC3E}">
        <p14:creationId xmlns:p14="http://schemas.microsoft.com/office/powerpoint/2010/main" val="3400487676"/>
      </p:ext>
    </p:extLst>
  </p:cSld>
  <p:clrMapOvr>
    <a:masterClrMapping/>
  </p:clrMapOvr>
  <p:extLst>
    <p:ext uri="{DCECCB84-F9BA-43D5-87BE-67443E8EF086}">
      <p15:sldGuideLst xmlns:p15="http://schemas.microsoft.com/office/powerpoint/2012/main">
        <p15:guide id="1" pos="288">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4_Content - Two Column - Dark">
    <p:bg>
      <p:bgPr>
        <a:solidFill>
          <a:schemeClr val="accent5"/>
        </a:solidFill>
        <a:effectLst/>
      </p:bgPr>
    </p:bg>
    <p:spTree>
      <p:nvGrpSpPr>
        <p:cNvPr id="1" name=""/>
        <p:cNvGrpSpPr/>
        <p:nvPr/>
      </p:nvGrpSpPr>
      <p:grpSpPr>
        <a:xfrm>
          <a:off x="0" y="0"/>
          <a:ext cx="0" cy="0"/>
          <a:chOff x="0" y="0"/>
          <a:chExt cx="0" cy="0"/>
        </a:xfrm>
      </p:grpSpPr>
      <p:sp>
        <p:nvSpPr>
          <p:cNvPr id="10" name="Text Placeholder 3">
            <a:extLst>
              <a:ext uri="{FF2B5EF4-FFF2-40B4-BE49-F238E27FC236}">
                <a16:creationId xmlns:a16="http://schemas.microsoft.com/office/drawing/2014/main" id="{A3233956-5BB5-F1FF-6027-5EE904958676}"/>
              </a:ext>
            </a:extLst>
          </p:cNvPr>
          <p:cNvSpPr>
            <a:spLocks noGrp="1"/>
          </p:cNvSpPr>
          <p:nvPr>
            <p:ph type="body" sz="quarter" idx="10" hasCustomPrompt="1"/>
          </p:nvPr>
        </p:nvSpPr>
        <p:spPr>
          <a:xfrm>
            <a:off x="7478199" y="4427093"/>
            <a:ext cx="3169923" cy="494204"/>
          </a:xfrm>
          <a:prstGeom prst="rect">
            <a:avLst/>
          </a:prstGeom>
        </p:spPr>
        <p:txBody>
          <a:bodyPr/>
          <a:lstStyle>
            <a:lvl1pPr marL="0" indent="0" algn="ctr">
              <a:buClr>
                <a:schemeClr val="accent3"/>
              </a:buClr>
              <a:buFont typeface="Arial" panose="020B0604020202020204" pitchFamily="34" charset="0"/>
              <a:buNone/>
              <a:defRPr sz="2600" b="0">
                <a:solidFill>
                  <a:schemeClr val="bg1"/>
                </a:solidFill>
              </a:defRPr>
            </a:lvl1pPr>
            <a:lvl2pPr marL="457200" indent="0">
              <a:buFont typeface="Arial" panose="020B0604020202020204" pitchFamily="34" charset="0"/>
              <a:buNone/>
              <a:defRPr sz="2000">
                <a:solidFill>
                  <a:schemeClr val="tx1"/>
                </a:solidFill>
              </a:defRPr>
            </a:lvl2pPr>
            <a:lvl3pPr marL="914400" indent="0">
              <a:buFont typeface="Arial" panose="020B0604020202020204" pitchFamily="34" charset="0"/>
              <a:buNone/>
              <a:defRPr sz="2000">
                <a:solidFill>
                  <a:schemeClr val="tx1"/>
                </a:solidFill>
              </a:defRPr>
            </a:lvl3pPr>
            <a:lvl4pPr marL="1371600" indent="0">
              <a:buFont typeface="Arial" panose="020B0604020202020204" pitchFamily="34" charset="0"/>
              <a:buNone/>
              <a:defRPr sz="2000">
                <a:solidFill>
                  <a:schemeClr val="tx1"/>
                </a:solidFill>
              </a:defRPr>
            </a:lvl4pPr>
            <a:lvl5pPr marL="1828800" indent="0">
              <a:buFont typeface="Arial" panose="020B0604020202020204" pitchFamily="34" charset="0"/>
              <a:buNone/>
              <a:defRPr sz="2000">
                <a:solidFill>
                  <a:schemeClr val="tx1"/>
                </a:solidFill>
              </a:defRPr>
            </a:lvl5pPr>
          </a:lstStyle>
          <a:p>
            <a:pPr lvl="0"/>
            <a:r>
              <a:rPr lang="en-US"/>
              <a:t>Name</a:t>
            </a:r>
          </a:p>
        </p:txBody>
      </p:sp>
      <p:sp>
        <p:nvSpPr>
          <p:cNvPr id="39" name="Picture Placeholder 38">
            <a:extLst>
              <a:ext uri="{FF2B5EF4-FFF2-40B4-BE49-F238E27FC236}">
                <a16:creationId xmlns:a16="http://schemas.microsoft.com/office/drawing/2014/main" id="{56124F57-707B-ABCC-315E-A81C2315137A}"/>
              </a:ext>
            </a:extLst>
          </p:cNvPr>
          <p:cNvSpPr>
            <a:spLocks noGrp="1"/>
          </p:cNvSpPr>
          <p:nvPr>
            <p:ph type="pic" sz="quarter" idx="11" hasCustomPrompt="1"/>
          </p:nvPr>
        </p:nvSpPr>
        <p:spPr>
          <a:xfrm>
            <a:off x="7492450" y="1075781"/>
            <a:ext cx="3141376" cy="3141376"/>
          </a:xfrm>
          <a:custGeom>
            <a:avLst/>
            <a:gdLst>
              <a:gd name="connsiteX0" fmla="*/ 1570688 w 3141376"/>
              <a:gd name="connsiteY0" fmla="*/ 0 h 3141376"/>
              <a:gd name="connsiteX1" fmla="*/ 3141376 w 3141376"/>
              <a:gd name="connsiteY1" fmla="*/ 1570688 h 3141376"/>
              <a:gd name="connsiteX2" fmla="*/ 1570688 w 3141376"/>
              <a:gd name="connsiteY2" fmla="*/ 3141376 h 3141376"/>
              <a:gd name="connsiteX3" fmla="*/ 0 w 3141376"/>
              <a:gd name="connsiteY3" fmla="*/ 1570688 h 3141376"/>
              <a:gd name="connsiteX4" fmla="*/ 1570688 w 3141376"/>
              <a:gd name="connsiteY4" fmla="*/ 0 h 31413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41376" h="3141376">
                <a:moveTo>
                  <a:pt x="1570688" y="0"/>
                </a:moveTo>
                <a:cubicBezTo>
                  <a:pt x="2438155" y="0"/>
                  <a:pt x="3141376" y="703221"/>
                  <a:pt x="3141376" y="1570688"/>
                </a:cubicBezTo>
                <a:cubicBezTo>
                  <a:pt x="3141376" y="2438155"/>
                  <a:pt x="2438155" y="3141376"/>
                  <a:pt x="1570688" y="3141376"/>
                </a:cubicBezTo>
                <a:cubicBezTo>
                  <a:pt x="703221" y="3141376"/>
                  <a:pt x="0" y="2438155"/>
                  <a:pt x="0" y="1570688"/>
                </a:cubicBezTo>
                <a:cubicBezTo>
                  <a:pt x="0" y="703221"/>
                  <a:pt x="703221" y="0"/>
                  <a:pt x="1570688" y="0"/>
                </a:cubicBezTo>
                <a:close/>
              </a:path>
            </a:pathLst>
          </a:custGeom>
          <a:solidFill>
            <a:schemeClr val="bg2"/>
          </a:solidFill>
        </p:spPr>
        <p:txBody>
          <a:bodyPr wrap="square" anchor="ctr">
            <a:noAutofit/>
          </a:bodyPr>
          <a:lstStyle>
            <a:lvl1pPr algn="ctr">
              <a:defRPr sz="1600"/>
            </a:lvl1pPr>
          </a:lstStyle>
          <a:p>
            <a:r>
              <a:rPr lang="en-US"/>
              <a:t>Insert Headshot</a:t>
            </a:r>
          </a:p>
        </p:txBody>
      </p:sp>
      <p:sp>
        <p:nvSpPr>
          <p:cNvPr id="15" name="Text Placeholder 3">
            <a:extLst>
              <a:ext uri="{FF2B5EF4-FFF2-40B4-BE49-F238E27FC236}">
                <a16:creationId xmlns:a16="http://schemas.microsoft.com/office/drawing/2014/main" id="{0E287621-561F-D068-D1A6-C1BAD35B4A79}"/>
              </a:ext>
            </a:extLst>
          </p:cNvPr>
          <p:cNvSpPr>
            <a:spLocks noGrp="1"/>
          </p:cNvSpPr>
          <p:nvPr>
            <p:ph type="body" sz="quarter" idx="12" hasCustomPrompt="1"/>
          </p:nvPr>
        </p:nvSpPr>
        <p:spPr>
          <a:xfrm>
            <a:off x="7478199" y="4941643"/>
            <a:ext cx="3169922" cy="494204"/>
          </a:xfrm>
          <a:prstGeom prst="rect">
            <a:avLst/>
          </a:prstGeom>
        </p:spPr>
        <p:txBody>
          <a:bodyPr/>
          <a:lstStyle>
            <a:lvl1pPr marL="0" indent="0" algn="ctr">
              <a:buClr>
                <a:schemeClr val="accent3"/>
              </a:buClr>
              <a:buFont typeface="Arial" panose="020B0604020202020204" pitchFamily="34" charset="0"/>
              <a:buNone/>
              <a:defRPr sz="1600" b="0">
                <a:solidFill>
                  <a:schemeClr val="bg1"/>
                </a:solidFill>
              </a:defRPr>
            </a:lvl1pPr>
            <a:lvl2pPr marL="457200" indent="0">
              <a:buFont typeface="Arial" panose="020B0604020202020204" pitchFamily="34" charset="0"/>
              <a:buNone/>
              <a:defRPr sz="2000">
                <a:solidFill>
                  <a:schemeClr val="tx1"/>
                </a:solidFill>
              </a:defRPr>
            </a:lvl2pPr>
            <a:lvl3pPr marL="914400" indent="0">
              <a:buFont typeface="Arial" panose="020B0604020202020204" pitchFamily="34" charset="0"/>
              <a:buNone/>
              <a:defRPr sz="2000">
                <a:solidFill>
                  <a:schemeClr val="tx1"/>
                </a:solidFill>
              </a:defRPr>
            </a:lvl3pPr>
            <a:lvl4pPr marL="1371600" indent="0">
              <a:buFont typeface="Arial" panose="020B0604020202020204" pitchFamily="34" charset="0"/>
              <a:buNone/>
              <a:defRPr sz="2000">
                <a:solidFill>
                  <a:schemeClr val="tx1"/>
                </a:solidFill>
              </a:defRPr>
            </a:lvl4pPr>
            <a:lvl5pPr marL="1828800" indent="0">
              <a:buFont typeface="Arial" panose="020B0604020202020204" pitchFamily="34" charset="0"/>
              <a:buNone/>
              <a:defRPr sz="2000">
                <a:solidFill>
                  <a:schemeClr val="tx1"/>
                </a:solidFill>
              </a:defRPr>
            </a:lvl5pPr>
          </a:lstStyle>
          <a:p>
            <a:pPr lvl="0"/>
            <a:r>
              <a:rPr lang="en-US"/>
              <a:t>Title</a:t>
            </a:r>
          </a:p>
        </p:txBody>
      </p:sp>
      <p:sp>
        <p:nvSpPr>
          <p:cNvPr id="12" name="TextBox 11">
            <a:extLst>
              <a:ext uri="{FF2B5EF4-FFF2-40B4-BE49-F238E27FC236}">
                <a16:creationId xmlns:a16="http://schemas.microsoft.com/office/drawing/2014/main" id="{8E477F52-71BD-C32A-D057-E82B0F6DCC02}"/>
              </a:ext>
            </a:extLst>
          </p:cNvPr>
          <p:cNvSpPr txBox="1"/>
          <p:nvPr userDrawn="1"/>
        </p:nvSpPr>
        <p:spPr>
          <a:xfrm>
            <a:off x="8138160" y="6949440"/>
            <a:ext cx="184731" cy="369332"/>
          </a:xfrm>
          <a:prstGeom prst="rect">
            <a:avLst/>
          </a:prstGeom>
          <a:noFill/>
        </p:spPr>
        <p:txBody>
          <a:bodyPr wrap="none" rtlCol="0">
            <a:spAutoFit/>
          </a:bodyPr>
          <a:lstStyle/>
          <a:p>
            <a:endParaRPr lang="en-US"/>
          </a:p>
        </p:txBody>
      </p:sp>
      <p:sp>
        <p:nvSpPr>
          <p:cNvPr id="9" name="Title 1">
            <a:extLst>
              <a:ext uri="{FF2B5EF4-FFF2-40B4-BE49-F238E27FC236}">
                <a16:creationId xmlns:a16="http://schemas.microsoft.com/office/drawing/2014/main" id="{1882C78F-43B9-988C-B568-8C520B8EA2AD}"/>
              </a:ext>
            </a:extLst>
          </p:cNvPr>
          <p:cNvSpPr>
            <a:spLocks noGrp="1"/>
          </p:cNvSpPr>
          <p:nvPr>
            <p:ph type="title" hasCustomPrompt="1"/>
          </p:nvPr>
        </p:nvSpPr>
        <p:spPr>
          <a:xfrm>
            <a:off x="428377" y="1693274"/>
            <a:ext cx="4604799" cy="3052860"/>
          </a:xfrm>
        </p:spPr>
        <p:txBody>
          <a:bodyPr anchor="ctr"/>
          <a:lstStyle>
            <a:lvl1pPr>
              <a:defRPr>
                <a:solidFill>
                  <a:schemeClr val="bg1"/>
                </a:solidFill>
              </a:defRPr>
            </a:lvl1pPr>
          </a:lstStyle>
          <a:p>
            <a:r>
              <a:rPr lang="en-US"/>
              <a:t>Section Title for Single Speaker</a:t>
            </a:r>
          </a:p>
        </p:txBody>
      </p:sp>
      <p:cxnSp>
        <p:nvCxnSpPr>
          <p:cNvPr id="5" name="Straight Connector 4">
            <a:extLst>
              <a:ext uri="{FF2B5EF4-FFF2-40B4-BE49-F238E27FC236}">
                <a16:creationId xmlns:a16="http://schemas.microsoft.com/office/drawing/2014/main" id="{9A83F0ED-62F8-7C70-8C36-98A0F9757DFB}"/>
              </a:ext>
              <a:ext uri="{C183D7F6-B498-43B3-948B-1728B52AA6E4}">
                <adec:decorative xmlns:adec="http://schemas.microsoft.com/office/drawing/2017/decorative" val="1"/>
              </a:ext>
            </a:extLst>
          </p:cNvPr>
          <p:cNvCxnSpPr>
            <a:cxnSpLocks/>
          </p:cNvCxnSpPr>
          <p:nvPr userDrawn="1"/>
        </p:nvCxnSpPr>
        <p:spPr>
          <a:xfrm flipV="1">
            <a:off x="6063531" y="1168842"/>
            <a:ext cx="0" cy="4261899"/>
          </a:xfrm>
          <a:prstGeom prst="line">
            <a:avLst/>
          </a:prstGeom>
          <a:ln w="12700">
            <a:solidFill>
              <a:srgbClr val="00A6D2"/>
            </a:solidFill>
          </a:ln>
        </p:spPr>
        <p:style>
          <a:lnRef idx="1">
            <a:schemeClr val="accent1"/>
          </a:lnRef>
          <a:fillRef idx="0">
            <a:schemeClr val="accent1"/>
          </a:fillRef>
          <a:effectRef idx="0">
            <a:schemeClr val="accent1"/>
          </a:effectRef>
          <a:fontRef idx="minor">
            <a:schemeClr val="tx1"/>
          </a:fontRef>
        </p:style>
      </p:cxnSp>
      <p:pic>
        <p:nvPicPr>
          <p:cNvPr id="23" name="Graphic 22">
            <a:extLst>
              <a:ext uri="{FF2B5EF4-FFF2-40B4-BE49-F238E27FC236}">
                <a16:creationId xmlns:a16="http://schemas.microsoft.com/office/drawing/2014/main" id="{9ED2706D-CCF2-D1CE-C7F1-F708D78C5098}"/>
              </a:ext>
            </a:extLst>
          </p:cNvPr>
          <p:cNvPicPr>
            <a:picLocks/>
          </p:cNvPicPr>
          <p:nvPr userDrawn="1"/>
        </p:nvPicPr>
        <p:blipFill>
          <a:blip>
            <a:extLst>
              <a:ext uri="{96DAC541-7B7A-43D3-8B79-37D633B846F1}">
                <asvg:svgBlip xmlns:asvg="http://schemas.microsoft.com/office/drawing/2016/SVG/main" r:embed="rId2"/>
              </a:ext>
            </a:extLst>
          </a:blip>
          <a:srcRect/>
          <a:stretch/>
        </p:blipFill>
        <p:spPr>
          <a:xfrm>
            <a:off x="0" y="6746581"/>
            <a:ext cx="12192000" cy="109728"/>
          </a:xfrm>
          <a:prstGeom prst="rect">
            <a:avLst/>
          </a:prstGeom>
        </p:spPr>
      </p:pic>
    </p:spTree>
    <p:extLst>
      <p:ext uri="{BB962C8B-B14F-4D97-AF65-F5344CB8AC3E}">
        <p14:creationId xmlns:p14="http://schemas.microsoft.com/office/powerpoint/2010/main" val="1304215997"/>
      </p:ext>
    </p:extLst>
  </p:cSld>
  <p:clrMapOvr>
    <a:masterClrMapping/>
  </p:clrMapOvr>
  <p:extLst>
    <p:ext uri="{DCECCB84-F9BA-43D5-87BE-67443E8EF086}">
      <p15:sldGuideLst xmlns:p15="http://schemas.microsoft.com/office/powerpoint/2012/main">
        <p15:guide id="1" orient="horz" pos="216">
          <p15:clr>
            <a:srgbClr val="FBAE40"/>
          </p15:clr>
        </p15:guide>
        <p15:guide id="2" pos="264">
          <p15:clr>
            <a:srgbClr val="FBAE40"/>
          </p15:clr>
        </p15:guide>
        <p15:guide id="3" orient="horz" pos="3696">
          <p15:clr>
            <a:srgbClr val="FBAE40"/>
          </p15:clr>
        </p15:guide>
        <p15:guide id="4" pos="6936">
          <p15:clr>
            <a:srgbClr val="FBAE40"/>
          </p15:clr>
        </p15:guide>
        <p15:guide id="5" pos="7392">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3_Content - Two Column - Dark">
    <p:bg>
      <p:bgPr>
        <a:solidFill>
          <a:schemeClr val="accent5"/>
        </a:solidFill>
        <a:effectLst/>
      </p:bgPr>
    </p:bg>
    <p:spTree>
      <p:nvGrpSpPr>
        <p:cNvPr id="1" name=""/>
        <p:cNvGrpSpPr/>
        <p:nvPr/>
      </p:nvGrpSpPr>
      <p:grpSpPr>
        <a:xfrm>
          <a:off x="0" y="0"/>
          <a:ext cx="0" cy="0"/>
          <a:chOff x="0" y="0"/>
          <a:chExt cx="0" cy="0"/>
        </a:xfrm>
      </p:grpSpPr>
      <p:sp>
        <p:nvSpPr>
          <p:cNvPr id="10" name="Text Placeholder 3">
            <a:extLst>
              <a:ext uri="{FF2B5EF4-FFF2-40B4-BE49-F238E27FC236}">
                <a16:creationId xmlns:a16="http://schemas.microsoft.com/office/drawing/2014/main" id="{A3233956-5BB5-F1FF-6027-5EE904958676}"/>
              </a:ext>
            </a:extLst>
          </p:cNvPr>
          <p:cNvSpPr>
            <a:spLocks noGrp="1"/>
          </p:cNvSpPr>
          <p:nvPr>
            <p:ph type="body" sz="quarter" idx="10" hasCustomPrompt="1"/>
          </p:nvPr>
        </p:nvSpPr>
        <p:spPr>
          <a:xfrm>
            <a:off x="5307821" y="4114613"/>
            <a:ext cx="3169923" cy="494204"/>
          </a:xfrm>
          <a:prstGeom prst="rect">
            <a:avLst/>
          </a:prstGeom>
        </p:spPr>
        <p:txBody>
          <a:bodyPr/>
          <a:lstStyle>
            <a:lvl1pPr marL="0" indent="0" algn="ctr">
              <a:buClr>
                <a:schemeClr val="accent3"/>
              </a:buClr>
              <a:buFont typeface="Arial" panose="020B0604020202020204" pitchFamily="34" charset="0"/>
              <a:buNone/>
              <a:defRPr sz="2600" b="0">
                <a:solidFill>
                  <a:schemeClr val="bg1"/>
                </a:solidFill>
              </a:defRPr>
            </a:lvl1pPr>
            <a:lvl2pPr marL="457200" indent="0">
              <a:buFont typeface="Arial" panose="020B0604020202020204" pitchFamily="34" charset="0"/>
              <a:buNone/>
              <a:defRPr sz="2000">
                <a:solidFill>
                  <a:schemeClr val="tx1"/>
                </a:solidFill>
              </a:defRPr>
            </a:lvl2pPr>
            <a:lvl3pPr marL="914400" indent="0">
              <a:buFont typeface="Arial" panose="020B0604020202020204" pitchFamily="34" charset="0"/>
              <a:buNone/>
              <a:defRPr sz="2000">
                <a:solidFill>
                  <a:schemeClr val="tx1"/>
                </a:solidFill>
              </a:defRPr>
            </a:lvl3pPr>
            <a:lvl4pPr marL="1371600" indent="0">
              <a:buFont typeface="Arial" panose="020B0604020202020204" pitchFamily="34" charset="0"/>
              <a:buNone/>
              <a:defRPr sz="2000">
                <a:solidFill>
                  <a:schemeClr val="tx1"/>
                </a:solidFill>
              </a:defRPr>
            </a:lvl4pPr>
            <a:lvl5pPr marL="1828800" indent="0">
              <a:buFont typeface="Arial" panose="020B0604020202020204" pitchFamily="34" charset="0"/>
              <a:buNone/>
              <a:defRPr sz="2000">
                <a:solidFill>
                  <a:schemeClr val="tx1"/>
                </a:solidFill>
              </a:defRPr>
            </a:lvl5pPr>
          </a:lstStyle>
          <a:p>
            <a:pPr lvl="0"/>
            <a:r>
              <a:rPr lang="en-US"/>
              <a:t>Name</a:t>
            </a:r>
          </a:p>
        </p:txBody>
      </p:sp>
      <p:sp>
        <p:nvSpPr>
          <p:cNvPr id="39" name="Picture Placeholder 38">
            <a:extLst>
              <a:ext uri="{FF2B5EF4-FFF2-40B4-BE49-F238E27FC236}">
                <a16:creationId xmlns:a16="http://schemas.microsoft.com/office/drawing/2014/main" id="{56124F57-707B-ABCC-315E-A81C2315137A}"/>
              </a:ext>
            </a:extLst>
          </p:cNvPr>
          <p:cNvSpPr>
            <a:spLocks noGrp="1"/>
          </p:cNvSpPr>
          <p:nvPr>
            <p:ph type="pic" sz="quarter" idx="11" hasCustomPrompt="1"/>
          </p:nvPr>
        </p:nvSpPr>
        <p:spPr>
          <a:xfrm>
            <a:off x="5846895" y="1703175"/>
            <a:ext cx="2091774" cy="2091774"/>
          </a:xfrm>
          <a:custGeom>
            <a:avLst/>
            <a:gdLst>
              <a:gd name="connsiteX0" fmla="*/ 1570688 w 3141376"/>
              <a:gd name="connsiteY0" fmla="*/ 0 h 3141376"/>
              <a:gd name="connsiteX1" fmla="*/ 3141376 w 3141376"/>
              <a:gd name="connsiteY1" fmla="*/ 1570688 h 3141376"/>
              <a:gd name="connsiteX2" fmla="*/ 1570688 w 3141376"/>
              <a:gd name="connsiteY2" fmla="*/ 3141376 h 3141376"/>
              <a:gd name="connsiteX3" fmla="*/ 0 w 3141376"/>
              <a:gd name="connsiteY3" fmla="*/ 1570688 h 3141376"/>
              <a:gd name="connsiteX4" fmla="*/ 1570688 w 3141376"/>
              <a:gd name="connsiteY4" fmla="*/ 0 h 31413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41376" h="3141376">
                <a:moveTo>
                  <a:pt x="1570688" y="0"/>
                </a:moveTo>
                <a:cubicBezTo>
                  <a:pt x="2438155" y="0"/>
                  <a:pt x="3141376" y="703221"/>
                  <a:pt x="3141376" y="1570688"/>
                </a:cubicBezTo>
                <a:cubicBezTo>
                  <a:pt x="3141376" y="2438155"/>
                  <a:pt x="2438155" y="3141376"/>
                  <a:pt x="1570688" y="3141376"/>
                </a:cubicBezTo>
                <a:cubicBezTo>
                  <a:pt x="703221" y="3141376"/>
                  <a:pt x="0" y="2438155"/>
                  <a:pt x="0" y="1570688"/>
                </a:cubicBezTo>
                <a:cubicBezTo>
                  <a:pt x="0" y="703221"/>
                  <a:pt x="703221" y="0"/>
                  <a:pt x="1570688" y="0"/>
                </a:cubicBezTo>
                <a:close/>
              </a:path>
            </a:pathLst>
          </a:custGeom>
          <a:solidFill>
            <a:schemeClr val="bg2"/>
          </a:solidFill>
        </p:spPr>
        <p:txBody>
          <a:bodyPr wrap="square" anchor="ctr">
            <a:noAutofit/>
          </a:bodyPr>
          <a:lstStyle>
            <a:lvl1pPr algn="ctr">
              <a:defRPr sz="1600"/>
            </a:lvl1pPr>
          </a:lstStyle>
          <a:p>
            <a:r>
              <a:rPr lang="en-US"/>
              <a:t>Insert Headshot</a:t>
            </a:r>
          </a:p>
        </p:txBody>
      </p:sp>
      <p:sp>
        <p:nvSpPr>
          <p:cNvPr id="15" name="Text Placeholder 3">
            <a:extLst>
              <a:ext uri="{FF2B5EF4-FFF2-40B4-BE49-F238E27FC236}">
                <a16:creationId xmlns:a16="http://schemas.microsoft.com/office/drawing/2014/main" id="{0E287621-561F-D068-D1A6-C1BAD35B4A79}"/>
              </a:ext>
            </a:extLst>
          </p:cNvPr>
          <p:cNvSpPr>
            <a:spLocks noGrp="1"/>
          </p:cNvSpPr>
          <p:nvPr>
            <p:ph type="body" sz="quarter" idx="12" hasCustomPrompt="1"/>
          </p:nvPr>
        </p:nvSpPr>
        <p:spPr>
          <a:xfrm>
            <a:off x="5307821" y="4629163"/>
            <a:ext cx="3169922" cy="494204"/>
          </a:xfrm>
          <a:prstGeom prst="rect">
            <a:avLst/>
          </a:prstGeom>
        </p:spPr>
        <p:txBody>
          <a:bodyPr/>
          <a:lstStyle>
            <a:lvl1pPr marL="0" indent="0" algn="ctr">
              <a:buClr>
                <a:schemeClr val="accent3"/>
              </a:buClr>
              <a:buFont typeface="Arial" panose="020B0604020202020204" pitchFamily="34" charset="0"/>
              <a:buNone/>
              <a:defRPr sz="1600" b="0">
                <a:solidFill>
                  <a:schemeClr val="bg1"/>
                </a:solidFill>
              </a:defRPr>
            </a:lvl1pPr>
            <a:lvl2pPr marL="457200" indent="0">
              <a:buFont typeface="Arial" panose="020B0604020202020204" pitchFamily="34" charset="0"/>
              <a:buNone/>
              <a:defRPr sz="2000">
                <a:solidFill>
                  <a:schemeClr val="tx1"/>
                </a:solidFill>
              </a:defRPr>
            </a:lvl2pPr>
            <a:lvl3pPr marL="914400" indent="0">
              <a:buFont typeface="Arial" panose="020B0604020202020204" pitchFamily="34" charset="0"/>
              <a:buNone/>
              <a:defRPr sz="2000">
                <a:solidFill>
                  <a:schemeClr val="tx1"/>
                </a:solidFill>
              </a:defRPr>
            </a:lvl3pPr>
            <a:lvl4pPr marL="1371600" indent="0">
              <a:buFont typeface="Arial" panose="020B0604020202020204" pitchFamily="34" charset="0"/>
              <a:buNone/>
              <a:defRPr sz="2000">
                <a:solidFill>
                  <a:schemeClr val="tx1"/>
                </a:solidFill>
              </a:defRPr>
            </a:lvl4pPr>
            <a:lvl5pPr marL="1828800" indent="0">
              <a:buFont typeface="Arial" panose="020B0604020202020204" pitchFamily="34" charset="0"/>
              <a:buNone/>
              <a:defRPr sz="2000">
                <a:solidFill>
                  <a:schemeClr val="tx1"/>
                </a:solidFill>
              </a:defRPr>
            </a:lvl5pPr>
          </a:lstStyle>
          <a:p>
            <a:pPr lvl="0"/>
            <a:r>
              <a:rPr lang="en-US"/>
              <a:t>Title</a:t>
            </a:r>
          </a:p>
        </p:txBody>
      </p:sp>
      <p:sp>
        <p:nvSpPr>
          <p:cNvPr id="12" name="TextBox 11">
            <a:extLst>
              <a:ext uri="{FF2B5EF4-FFF2-40B4-BE49-F238E27FC236}">
                <a16:creationId xmlns:a16="http://schemas.microsoft.com/office/drawing/2014/main" id="{8E477F52-71BD-C32A-D057-E82B0F6DCC02}"/>
              </a:ext>
            </a:extLst>
          </p:cNvPr>
          <p:cNvSpPr txBox="1"/>
          <p:nvPr userDrawn="1"/>
        </p:nvSpPr>
        <p:spPr>
          <a:xfrm>
            <a:off x="8138160" y="6949440"/>
            <a:ext cx="184731" cy="369332"/>
          </a:xfrm>
          <a:prstGeom prst="rect">
            <a:avLst/>
          </a:prstGeom>
          <a:noFill/>
        </p:spPr>
        <p:txBody>
          <a:bodyPr wrap="none" rtlCol="0">
            <a:spAutoFit/>
          </a:bodyPr>
          <a:lstStyle/>
          <a:p>
            <a:endParaRPr lang="en-US"/>
          </a:p>
        </p:txBody>
      </p:sp>
      <p:sp>
        <p:nvSpPr>
          <p:cNvPr id="9" name="Title 1">
            <a:extLst>
              <a:ext uri="{FF2B5EF4-FFF2-40B4-BE49-F238E27FC236}">
                <a16:creationId xmlns:a16="http://schemas.microsoft.com/office/drawing/2014/main" id="{1882C78F-43B9-988C-B568-8C520B8EA2AD}"/>
              </a:ext>
            </a:extLst>
          </p:cNvPr>
          <p:cNvSpPr>
            <a:spLocks noGrp="1"/>
          </p:cNvSpPr>
          <p:nvPr>
            <p:ph type="title" hasCustomPrompt="1"/>
          </p:nvPr>
        </p:nvSpPr>
        <p:spPr>
          <a:xfrm>
            <a:off x="496628" y="1693274"/>
            <a:ext cx="4217504" cy="3052860"/>
          </a:xfrm>
        </p:spPr>
        <p:txBody>
          <a:bodyPr anchor="ctr"/>
          <a:lstStyle>
            <a:lvl1pPr>
              <a:defRPr>
                <a:solidFill>
                  <a:schemeClr val="bg1"/>
                </a:solidFill>
              </a:defRPr>
            </a:lvl1pPr>
          </a:lstStyle>
          <a:p>
            <a:r>
              <a:rPr lang="en-US"/>
              <a:t>Section Title for Two Speakers</a:t>
            </a:r>
          </a:p>
        </p:txBody>
      </p:sp>
      <p:cxnSp>
        <p:nvCxnSpPr>
          <p:cNvPr id="5" name="Straight Connector 4">
            <a:extLst>
              <a:ext uri="{FF2B5EF4-FFF2-40B4-BE49-F238E27FC236}">
                <a16:creationId xmlns:a16="http://schemas.microsoft.com/office/drawing/2014/main" id="{9A83F0ED-62F8-7C70-8C36-98A0F9757DFB}"/>
              </a:ext>
              <a:ext uri="{C183D7F6-B498-43B3-948B-1728B52AA6E4}">
                <adec:decorative xmlns:adec="http://schemas.microsoft.com/office/drawing/2017/decorative" val="1"/>
              </a:ext>
            </a:extLst>
          </p:cNvPr>
          <p:cNvCxnSpPr>
            <a:cxnSpLocks/>
          </p:cNvCxnSpPr>
          <p:nvPr userDrawn="1"/>
        </p:nvCxnSpPr>
        <p:spPr>
          <a:xfrm flipV="1">
            <a:off x="5010976" y="1168842"/>
            <a:ext cx="0" cy="4261899"/>
          </a:xfrm>
          <a:prstGeom prst="line">
            <a:avLst/>
          </a:prstGeom>
          <a:ln w="12700">
            <a:solidFill>
              <a:srgbClr val="00A6D2"/>
            </a:solidFill>
          </a:ln>
        </p:spPr>
        <p:style>
          <a:lnRef idx="1">
            <a:schemeClr val="accent1"/>
          </a:lnRef>
          <a:fillRef idx="0">
            <a:schemeClr val="accent1"/>
          </a:fillRef>
          <a:effectRef idx="0">
            <a:schemeClr val="accent1"/>
          </a:effectRef>
          <a:fontRef idx="minor">
            <a:schemeClr val="tx1"/>
          </a:fontRef>
        </p:style>
      </p:cxnSp>
      <p:pic>
        <p:nvPicPr>
          <p:cNvPr id="23" name="Graphic 22">
            <a:extLst>
              <a:ext uri="{FF2B5EF4-FFF2-40B4-BE49-F238E27FC236}">
                <a16:creationId xmlns:a16="http://schemas.microsoft.com/office/drawing/2014/main" id="{9ED2706D-CCF2-D1CE-C7F1-F708D78C5098}"/>
              </a:ext>
            </a:extLst>
          </p:cNvPr>
          <p:cNvPicPr>
            <a:picLocks/>
          </p:cNvPicPr>
          <p:nvPr userDrawn="1"/>
        </p:nvPicPr>
        <p:blipFill>
          <a:blip>
            <a:extLst>
              <a:ext uri="{96DAC541-7B7A-43D3-8B79-37D633B846F1}">
                <asvg:svgBlip xmlns:asvg="http://schemas.microsoft.com/office/drawing/2016/SVG/main" r:embed="rId2"/>
              </a:ext>
            </a:extLst>
          </a:blip>
          <a:srcRect/>
          <a:stretch/>
        </p:blipFill>
        <p:spPr>
          <a:xfrm>
            <a:off x="0" y="6746581"/>
            <a:ext cx="12192000" cy="109728"/>
          </a:xfrm>
          <a:prstGeom prst="rect">
            <a:avLst/>
          </a:prstGeom>
        </p:spPr>
      </p:pic>
      <p:sp>
        <p:nvSpPr>
          <p:cNvPr id="43" name="Text Placeholder 3">
            <a:extLst>
              <a:ext uri="{FF2B5EF4-FFF2-40B4-BE49-F238E27FC236}">
                <a16:creationId xmlns:a16="http://schemas.microsoft.com/office/drawing/2014/main" id="{36FF6C8F-0D57-7187-7A87-DC67726A180B}"/>
              </a:ext>
            </a:extLst>
          </p:cNvPr>
          <p:cNvSpPr>
            <a:spLocks noGrp="1"/>
          </p:cNvSpPr>
          <p:nvPr>
            <p:ph type="body" sz="quarter" idx="13" hasCustomPrompt="1"/>
          </p:nvPr>
        </p:nvSpPr>
        <p:spPr>
          <a:xfrm>
            <a:off x="8647369" y="4114613"/>
            <a:ext cx="3169923" cy="494204"/>
          </a:xfrm>
          <a:prstGeom prst="rect">
            <a:avLst/>
          </a:prstGeom>
        </p:spPr>
        <p:txBody>
          <a:bodyPr/>
          <a:lstStyle>
            <a:lvl1pPr marL="0" indent="0" algn="ctr">
              <a:buClr>
                <a:schemeClr val="accent3"/>
              </a:buClr>
              <a:buFont typeface="Arial" panose="020B0604020202020204" pitchFamily="34" charset="0"/>
              <a:buNone/>
              <a:defRPr sz="2600" b="0">
                <a:solidFill>
                  <a:schemeClr val="bg1"/>
                </a:solidFill>
              </a:defRPr>
            </a:lvl1pPr>
            <a:lvl2pPr marL="457200" indent="0">
              <a:buFont typeface="Arial" panose="020B0604020202020204" pitchFamily="34" charset="0"/>
              <a:buNone/>
              <a:defRPr sz="2000">
                <a:solidFill>
                  <a:schemeClr val="tx1"/>
                </a:solidFill>
              </a:defRPr>
            </a:lvl2pPr>
            <a:lvl3pPr marL="914400" indent="0">
              <a:buFont typeface="Arial" panose="020B0604020202020204" pitchFamily="34" charset="0"/>
              <a:buNone/>
              <a:defRPr sz="2000">
                <a:solidFill>
                  <a:schemeClr val="tx1"/>
                </a:solidFill>
              </a:defRPr>
            </a:lvl3pPr>
            <a:lvl4pPr marL="1371600" indent="0">
              <a:buFont typeface="Arial" panose="020B0604020202020204" pitchFamily="34" charset="0"/>
              <a:buNone/>
              <a:defRPr sz="2000">
                <a:solidFill>
                  <a:schemeClr val="tx1"/>
                </a:solidFill>
              </a:defRPr>
            </a:lvl4pPr>
            <a:lvl5pPr marL="1828800" indent="0">
              <a:buFont typeface="Arial" panose="020B0604020202020204" pitchFamily="34" charset="0"/>
              <a:buNone/>
              <a:defRPr sz="2000">
                <a:solidFill>
                  <a:schemeClr val="tx1"/>
                </a:solidFill>
              </a:defRPr>
            </a:lvl5pPr>
          </a:lstStyle>
          <a:p>
            <a:pPr lvl="0"/>
            <a:r>
              <a:rPr lang="en-US"/>
              <a:t>Name</a:t>
            </a:r>
          </a:p>
        </p:txBody>
      </p:sp>
      <p:sp>
        <p:nvSpPr>
          <p:cNvPr id="44" name="Picture Placeholder 43">
            <a:extLst>
              <a:ext uri="{FF2B5EF4-FFF2-40B4-BE49-F238E27FC236}">
                <a16:creationId xmlns:a16="http://schemas.microsoft.com/office/drawing/2014/main" id="{D0A16C9A-427D-3AF9-BDCB-DFC85A9F8E1F}"/>
              </a:ext>
            </a:extLst>
          </p:cNvPr>
          <p:cNvSpPr>
            <a:spLocks noGrp="1"/>
          </p:cNvSpPr>
          <p:nvPr>
            <p:ph type="pic" sz="quarter" idx="14" hasCustomPrompt="1"/>
          </p:nvPr>
        </p:nvSpPr>
        <p:spPr>
          <a:xfrm>
            <a:off x="9186443" y="1703175"/>
            <a:ext cx="2091774" cy="2091774"/>
          </a:xfrm>
          <a:custGeom>
            <a:avLst/>
            <a:gdLst>
              <a:gd name="connsiteX0" fmla="*/ 1570688 w 3141376"/>
              <a:gd name="connsiteY0" fmla="*/ 0 h 3141376"/>
              <a:gd name="connsiteX1" fmla="*/ 3141376 w 3141376"/>
              <a:gd name="connsiteY1" fmla="*/ 1570688 h 3141376"/>
              <a:gd name="connsiteX2" fmla="*/ 1570688 w 3141376"/>
              <a:gd name="connsiteY2" fmla="*/ 3141376 h 3141376"/>
              <a:gd name="connsiteX3" fmla="*/ 0 w 3141376"/>
              <a:gd name="connsiteY3" fmla="*/ 1570688 h 3141376"/>
              <a:gd name="connsiteX4" fmla="*/ 1570688 w 3141376"/>
              <a:gd name="connsiteY4" fmla="*/ 0 h 31413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41376" h="3141376">
                <a:moveTo>
                  <a:pt x="1570688" y="0"/>
                </a:moveTo>
                <a:cubicBezTo>
                  <a:pt x="2438155" y="0"/>
                  <a:pt x="3141376" y="703221"/>
                  <a:pt x="3141376" y="1570688"/>
                </a:cubicBezTo>
                <a:cubicBezTo>
                  <a:pt x="3141376" y="2438155"/>
                  <a:pt x="2438155" y="3141376"/>
                  <a:pt x="1570688" y="3141376"/>
                </a:cubicBezTo>
                <a:cubicBezTo>
                  <a:pt x="703221" y="3141376"/>
                  <a:pt x="0" y="2438155"/>
                  <a:pt x="0" y="1570688"/>
                </a:cubicBezTo>
                <a:cubicBezTo>
                  <a:pt x="0" y="703221"/>
                  <a:pt x="703221" y="0"/>
                  <a:pt x="1570688" y="0"/>
                </a:cubicBezTo>
                <a:close/>
              </a:path>
            </a:pathLst>
          </a:custGeom>
          <a:solidFill>
            <a:schemeClr val="bg2"/>
          </a:solidFill>
        </p:spPr>
        <p:txBody>
          <a:bodyPr wrap="square" anchor="ctr">
            <a:noAutofit/>
          </a:bodyPr>
          <a:lstStyle>
            <a:lvl1pPr algn="ctr">
              <a:defRPr sz="1600"/>
            </a:lvl1pPr>
          </a:lstStyle>
          <a:p>
            <a:r>
              <a:rPr lang="en-US"/>
              <a:t>Insert Headshot</a:t>
            </a:r>
          </a:p>
        </p:txBody>
      </p:sp>
      <p:sp>
        <p:nvSpPr>
          <p:cNvPr id="45" name="Text Placeholder 3">
            <a:extLst>
              <a:ext uri="{FF2B5EF4-FFF2-40B4-BE49-F238E27FC236}">
                <a16:creationId xmlns:a16="http://schemas.microsoft.com/office/drawing/2014/main" id="{0A424ECA-115F-E23D-270D-9B961F2153D7}"/>
              </a:ext>
            </a:extLst>
          </p:cNvPr>
          <p:cNvSpPr>
            <a:spLocks noGrp="1"/>
          </p:cNvSpPr>
          <p:nvPr>
            <p:ph type="body" sz="quarter" idx="15" hasCustomPrompt="1"/>
          </p:nvPr>
        </p:nvSpPr>
        <p:spPr>
          <a:xfrm>
            <a:off x="8647369" y="4629163"/>
            <a:ext cx="3169922" cy="494204"/>
          </a:xfrm>
          <a:prstGeom prst="rect">
            <a:avLst/>
          </a:prstGeom>
        </p:spPr>
        <p:txBody>
          <a:bodyPr/>
          <a:lstStyle>
            <a:lvl1pPr marL="0" indent="0" algn="ctr">
              <a:buClr>
                <a:schemeClr val="accent3"/>
              </a:buClr>
              <a:buFont typeface="Arial" panose="020B0604020202020204" pitchFamily="34" charset="0"/>
              <a:buNone/>
              <a:defRPr sz="1600" b="0">
                <a:solidFill>
                  <a:schemeClr val="bg1"/>
                </a:solidFill>
              </a:defRPr>
            </a:lvl1pPr>
            <a:lvl2pPr marL="457200" indent="0">
              <a:buFont typeface="Arial" panose="020B0604020202020204" pitchFamily="34" charset="0"/>
              <a:buNone/>
              <a:defRPr sz="2000">
                <a:solidFill>
                  <a:schemeClr val="tx1"/>
                </a:solidFill>
              </a:defRPr>
            </a:lvl2pPr>
            <a:lvl3pPr marL="914400" indent="0">
              <a:buFont typeface="Arial" panose="020B0604020202020204" pitchFamily="34" charset="0"/>
              <a:buNone/>
              <a:defRPr sz="2000">
                <a:solidFill>
                  <a:schemeClr val="tx1"/>
                </a:solidFill>
              </a:defRPr>
            </a:lvl3pPr>
            <a:lvl4pPr marL="1371600" indent="0">
              <a:buFont typeface="Arial" panose="020B0604020202020204" pitchFamily="34" charset="0"/>
              <a:buNone/>
              <a:defRPr sz="2000">
                <a:solidFill>
                  <a:schemeClr val="tx1"/>
                </a:solidFill>
              </a:defRPr>
            </a:lvl4pPr>
            <a:lvl5pPr marL="1828800" indent="0">
              <a:buFont typeface="Arial" panose="020B0604020202020204" pitchFamily="34" charset="0"/>
              <a:buNone/>
              <a:defRPr sz="2000">
                <a:solidFill>
                  <a:schemeClr val="tx1"/>
                </a:solidFill>
              </a:defRPr>
            </a:lvl5pPr>
          </a:lstStyle>
          <a:p>
            <a:pPr lvl="0"/>
            <a:r>
              <a:rPr lang="en-US"/>
              <a:t>Title</a:t>
            </a:r>
          </a:p>
        </p:txBody>
      </p:sp>
    </p:spTree>
    <p:extLst>
      <p:ext uri="{BB962C8B-B14F-4D97-AF65-F5344CB8AC3E}">
        <p14:creationId xmlns:p14="http://schemas.microsoft.com/office/powerpoint/2010/main" val="2333582684"/>
      </p:ext>
    </p:extLst>
  </p:cSld>
  <p:clrMapOvr>
    <a:masterClrMapping/>
  </p:clrMapOvr>
  <p:extLst>
    <p:ext uri="{DCECCB84-F9BA-43D5-87BE-67443E8EF086}">
      <p15:sldGuideLst xmlns:p15="http://schemas.microsoft.com/office/powerpoint/2012/main">
        <p15:guide id="1" orient="horz" pos="216">
          <p15:clr>
            <a:srgbClr val="FBAE40"/>
          </p15:clr>
        </p15:guide>
        <p15:guide id="2" pos="264">
          <p15:clr>
            <a:srgbClr val="FBAE40"/>
          </p15:clr>
        </p15:guide>
        <p15:guide id="3" orient="horz" pos="3696">
          <p15:clr>
            <a:srgbClr val="FBAE40"/>
          </p15:clr>
        </p15:guide>
        <p15:guide id="4" pos="6936">
          <p15:clr>
            <a:srgbClr val="FBAE40"/>
          </p15:clr>
        </p15:guide>
        <p15:guide id="5" pos="7392">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4_Acknowledgements - light">
    <p:spTree>
      <p:nvGrpSpPr>
        <p:cNvPr id="1" name=""/>
        <p:cNvGrpSpPr/>
        <p:nvPr/>
      </p:nvGrpSpPr>
      <p:grpSpPr>
        <a:xfrm>
          <a:off x="0" y="0"/>
          <a:ext cx="0" cy="0"/>
          <a:chOff x="0" y="0"/>
          <a:chExt cx="0" cy="0"/>
        </a:xfrm>
      </p:grpSpPr>
      <p:sp>
        <p:nvSpPr>
          <p:cNvPr id="8" name="Text Placeholder 7"/>
          <p:cNvSpPr>
            <a:spLocks noGrp="1"/>
          </p:cNvSpPr>
          <p:nvPr>
            <p:ph type="body" sz="quarter" idx="11" hasCustomPrompt="1"/>
          </p:nvPr>
        </p:nvSpPr>
        <p:spPr>
          <a:xfrm>
            <a:off x="426722" y="2004851"/>
            <a:ext cx="2682207" cy="420308"/>
          </a:xfrm>
          <a:prstGeom prst="rect">
            <a:avLst/>
          </a:prstGeom>
        </p:spPr>
        <p:txBody>
          <a:bodyPr>
            <a:noAutofit/>
          </a:bodyPr>
          <a:lstStyle>
            <a:lvl1pPr marL="0" indent="0">
              <a:lnSpc>
                <a:spcPct val="100000"/>
              </a:lnSpc>
              <a:spcBef>
                <a:spcPts val="0"/>
              </a:spcBef>
              <a:spcAft>
                <a:spcPts val="1200"/>
              </a:spcAft>
              <a:buNone/>
              <a:defRPr sz="1600" b="0"/>
            </a:lvl1pPr>
          </a:lstStyle>
          <a:p>
            <a:pPr lvl="0"/>
            <a:r>
              <a:rPr lang="en-US"/>
              <a:t>Name</a:t>
            </a:r>
          </a:p>
        </p:txBody>
      </p:sp>
      <p:sp>
        <p:nvSpPr>
          <p:cNvPr id="7" name="Text Placeholder 7">
            <a:extLst>
              <a:ext uri="{FF2B5EF4-FFF2-40B4-BE49-F238E27FC236}">
                <a16:creationId xmlns:a16="http://schemas.microsoft.com/office/drawing/2014/main" id="{3EA5A18F-B4F6-7A58-7B8A-0DF3AED3E4A4}"/>
              </a:ext>
            </a:extLst>
          </p:cNvPr>
          <p:cNvSpPr>
            <a:spLocks noGrp="1"/>
          </p:cNvSpPr>
          <p:nvPr>
            <p:ph type="body" sz="quarter" idx="17" hasCustomPrompt="1"/>
          </p:nvPr>
        </p:nvSpPr>
        <p:spPr>
          <a:xfrm>
            <a:off x="3312172" y="2004852"/>
            <a:ext cx="2682207" cy="420300"/>
          </a:xfrm>
          <a:prstGeom prst="rect">
            <a:avLst/>
          </a:prstGeom>
        </p:spPr>
        <p:txBody>
          <a:bodyPr>
            <a:noAutofit/>
          </a:bodyPr>
          <a:lstStyle>
            <a:lvl1pPr marL="0" indent="0">
              <a:lnSpc>
                <a:spcPct val="100000"/>
              </a:lnSpc>
              <a:spcBef>
                <a:spcPts val="0"/>
              </a:spcBef>
              <a:spcAft>
                <a:spcPts val="1200"/>
              </a:spcAft>
              <a:buNone/>
              <a:defRPr sz="1600" b="0"/>
            </a:lvl1pPr>
          </a:lstStyle>
          <a:p>
            <a:pPr lvl="0"/>
            <a:r>
              <a:rPr lang="en-US"/>
              <a:t>Name</a:t>
            </a:r>
          </a:p>
        </p:txBody>
      </p:sp>
      <p:sp>
        <p:nvSpPr>
          <p:cNvPr id="9" name="Text Placeholder 7">
            <a:extLst>
              <a:ext uri="{FF2B5EF4-FFF2-40B4-BE49-F238E27FC236}">
                <a16:creationId xmlns:a16="http://schemas.microsoft.com/office/drawing/2014/main" id="{004A4F03-377D-EA31-A279-79CA405A975C}"/>
              </a:ext>
            </a:extLst>
          </p:cNvPr>
          <p:cNvSpPr>
            <a:spLocks noGrp="1"/>
          </p:cNvSpPr>
          <p:nvPr>
            <p:ph type="body" sz="quarter" idx="18" hasCustomPrompt="1"/>
          </p:nvPr>
        </p:nvSpPr>
        <p:spPr>
          <a:xfrm>
            <a:off x="6197622" y="2004852"/>
            <a:ext cx="2682207" cy="420296"/>
          </a:xfrm>
          <a:prstGeom prst="rect">
            <a:avLst/>
          </a:prstGeom>
        </p:spPr>
        <p:txBody>
          <a:bodyPr>
            <a:noAutofit/>
          </a:bodyPr>
          <a:lstStyle>
            <a:lvl1pPr marL="0" indent="0">
              <a:lnSpc>
                <a:spcPct val="100000"/>
              </a:lnSpc>
              <a:spcBef>
                <a:spcPts val="0"/>
              </a:spcBef>
              <a:spcAft>
                <a:spcPts val="1200"/>
              </a:spcAft>
              <a:buNone/>
              <a:defRPr sz="1600" b="0"/>
            </a:lvl1pPr>
          </a:lstStyle>
          <a:p>
            <a:pPr lvl="0"/>
            <a:r>
              <a:rPr lang="en-US"/>
              <a:t>Name</a:t>
            </a:r>
          </a:p>
        </p:txBody>
      </p:sp>
      <p:sp>
        <p:nvSpPr>
          <p:cNvPr id="10" name="Text Placeholder 7">
            <a:extLst>
              <a:ext uri="{FF2B5EF4-FFF2-40B4-BE49-F238E27FC236}">
                <a16:creationId xmlns:a16="http://schemas.microsoft.com/office/drawing/2014/main" id="{EB0E9297-CD85-8E60-84ED-BCE1E1F3F3E2}"/>
              </a:ext>
            </a:extLst>
          </p:cNvPr>
          <p:cNvSpPr>
            <a:spLocks noGrp="1"/>
          </p:cNvSpPr>
          <p:nvPr>
            <p:ph type="body" sz="quarter" idx="19" hasCustomPrompt="1"/>
          </p:nvPr>
        </p:nvSpPr>
        <p:spPr>
          <a:xfrm>
            <a:off x="9083071" y="2004851"/>
            <a:ext cx="2682207" cy="420289"/>
          </a:xfrm>
          <a:prstGeom prst="rect">
            <a:avLst/>
          </a:prstGeom>
        </p:spPr>
        <p:txBody>
          <a:bodyPr>
            <a:noAutofit/>
          </a:bodyPr>
          <a:lstStyle>
            <a:lvl1pPr marL="0" indent="0">
              <a:lnSpc>
                <a:spcPct val="100000"/>
              </a:lnSpc>
              <a:spcBef>
                <a:spcPts val="0"/>
              </a:spcBef>
              <a:spcAft>
                <a:spcPts val="1200"/>
              </a:spcAft>
              <a:buNone/>
              <a:defRPr sz="1600" b="0"/>
            </a:lvl1pPr>
          </a:lstStyle>
          <a:p>
            <a:pPr lvl="0"/>
            <a:r>
              <a:rPr lang="en-US"/>
              <a:t>Name</a:t>
            </a:r>
          </a:p>
        </p:txBody>
      </p:sp>
      <p:sp>
        <p:nvSpPr>
          <p:cNvPr id="15" name="Title 1">
            <a:extLst>
              <a:ext uri="{FF2B5EF4-FFF2-40B4-BE49-F238E27FC236}">
                <a16:creationId xmlns:a16="http://schemas.microsoft.com/office/drawing/2014/main" id="{50855269-269E-C365-8FFF-68BD62FC2A1B}"/>
              </a:ext>
            </a:extLst>
          </p:cNvPr>
          <p:cNvSpPr>
            <a:spLocks noGrp="1"/>
          </p:cNvSpPr>
          <p:nvPr>
            <p:ph type="title" hasCustomPrompt="1"/>
          </p:nvPr>
        </p:nvSpPr>
        <p:spPr>
          <a:xfrm>
            <a:off x="426720" y="365126"/>
            <a:ext cx="5513710" cy="1017108"/>
          </a:xfrm>
        </p:spPr>
        <p:txBody>
          <a:bodyPr anchor="t"/>
          <a:lstStyle>
            <a:lvl1pPr>
              <a:defRPr>
                <a:solidFill>
                  <a:schemeClr val="accent5"/>
                </a:solidFill>
              </a:defRPr>
            </a:lvl1pPr>
          </a:lstStyle>
          <a:p>
            <a:r>
              <a:rPr lang="en-US"/>
              <a:t>Headline</a:t>
            </a:r>
          </a:p>
        </p:txBody>
      </p:sp>
      <p:pic>
        <p:nvPicPr>
          <p:cNvPr id="17" name="Graphic 16" descr="NCBI Logo (NIH National Library of Medicine National Center for Biotechnology information Logo)">
            <a:extLst>
              <a:ext uri="{FF2B5EF4-FFF2-40B4-BE49-F238E27FC236}">
                <a16:creationId xmlns:a16="http://schemas.microsoft.com/office/drawing/2014/main" id="{BD8255F4-9318-F636-EE6B-6F66FD1E0C83}"/>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426721" y="6257856"/>
            <a:ext cx="2333258" cy="277551"/>
          </a:xfrm>
          <a:prstGeom prst="rect">
            <a:avLst/>
          </a:prstGeom>
        </p:spPr>
      </p:pic>
      <p:pic>
        <p:nvPicPr>
          <p:cNvPr id="18" name="Graphic 17">
            <a:extLst>
              <a:ext uri="{FF2B5EF4-FFF2-40B4-BE49-F238E27FC236}">
                <a16:creationId xmlns:a16="http://schemas.microsoft.com/office/drawing/2014/main" id="{1CE75B8A-B9AF-56D4-C647-F34BB09803EE}"/>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rot="16200000">
            <a:off x="11138019" y="5944720"/>
            <a:ext cx="303547" cy="877826"/>
          </a:xfrm>
          <a:prstGeom prst="rect">
            <a:avLst/>
          </a:prstGeom>
        </p:spPr>
      </p:pic>
      <p:cxnSp>
        <p:nvCxnSpPr>
          <p:cNvPr id="19" name="Straight Connector 18">
            <a:extLst>
              <a:ext uri="{FF2B5EF4-FFF2-40B4-BE49-F238E27FC236}">
                <a16:creationId xmlns:a16="http://schemas.microsoft.com/office/drawing/2014/main" id="{16715067-F616-7D4C-3384-B3D5C0A2132E}"/>
              </a:ext>
              <a:ext uri="{C183D7F6-B498-43B3-948B-1728B52AA6E4}">
                <adec:decorative xmlns:adec="http://schemas.microsoft.com/office/drawing/2017/decorative" val="1"/>
              </a:ext>
            </a:extLst>
          </p:cNvPr>
          <p:cNvCxnSpPr/>
          <p:nvPr userDrawn="1"/>
        </p:nvCxnSpPr>
        <p:spPr>
          <a:xfrm>
            <a:off x="426720" y="6123963"/>
            <a:ext cx="11301985" cy="0"/>
          </a:xfrm>
          <a:prstGeom prst="line">
            <a:avLst/>
          </a:prstGeom>
          <a:ln w="6350"/>
        </p:spPr>
        <p:style>
          <a:lnRef idx="1">
            <a:schemeClr val="accent1"/>
          </a:lnRef>
          <a:fillRef idx="0">
            <a:schemeClr val="accent1"/>
          </a:fillRef>
          <a:effectRef idx="0">
            <a:schemeClr val="accent1"/>
          </a:effectRef>
          <a:fontRef idx="minor">
            <a:schemeClr val="tx1"/>
          </a:fontRef>
        </p:style>
      </p:cxnSp>
      <p:sp>
        <p:nvSpPr>
          <p:cNvPr id="20" name="Text Placeholder 5">
            <a:extLst>
              <a:ext uri="{FF2B5EF4-FFF2-40B4-BE49-F238E27FC236}">
                <a16:creationId xmlns:a16="http://schemas.microsoft.com/office/drawing/2014/main" id="{9B569A67-58CE-931A-17BF-9F3646A4C2DF}"/>
              </a:ext>
            </a:extLst>
          </p:cNvPr>
          <p:cNvSpPr>
            <a:spLocks noGrp="1"/>
          </p:cNvSpPr>
          <p:nvPr>
            <p:ph type="body" sz="quarter" idx="16" hasCustomPrompt="1"/>
          </p:nvPr>
        </p:nvSpPr>
        <p:spPr>
          <a:xfrm>
            <a:off x="6283376" y="365195"/>
            <a:ext cx="5481903" cy="1017039"/>
          </a:xfrm>
          <a:prstGeom prst="rect">
            <a:avLst/>
          </a:prstGeom>
        </p:spPr>
        <p:txBody>
          <a:bodyPr anchor="ctr">
            <a:noAutofit/>
          </a:bodyPr>
          <a:lstStyle>
            <a:lvl1pPr marL="0" indent="0">
              <a:lnSpc>
                <a:spcPct val="100000"/>
              </a:lnSpc>
              <a:buNone/>
              <a:defRPr sz="2000">
                <a:solidFill>
                  <a:schemeClr val="accent1"/>
                </a:solidFill>
              </a:defRPr>
            </a:lvl1pPr>
          </a:lstStyle>
          <a:p>
            <a:pPr lvl="0"/>
            <a:r>
              <a:rPr lang="en-US"/>
              <a:t>This research was supported by the Intramural Research Program of the NIH, National Library of Medicine.</a:t>
            </a:r>
          </a:p>
        </p:txBody>
      </p:sp>
      <p:pic>
        <p:nvPicPr>
          <p:cNvPr id="2" name="Graphic 1">
            <a:extLst>
              <a:ext uri="{FF2B5EF4-FFF2-40B4-BE49-F238E27FC236}">
                <a16:creationId xmlns:a16="http://schemas.microsoft.com/office/drawing/2014/main" id="{4B1D9A10-CD33-63B9-08C9-0837536A5429}"/>
              </a:ext>
            </a:extLst>
          </p:cNvPr>
          <p:cNvPicPr>
            <a:picLocks/>
          </p:cNvPicPr>
          <p:nvPr userDrawn="1"/>
        </p:nvPicPr>
        <p:blipFill>
          <a:blip>
            <a:extLst>
              <a:ext uri="{96DAC541-7B7A-43D3-8B79-37D633B846F1}">
                <asvg:svgBlip xmlns:asvg="http://schemas.microsoft.com/office/drawing/2016/SVG/main" r:embed="rId4"/>
              </a:ext>
            </a:extLst>
          </a:blip>
          <a:srcRect/>
          <a:stretch/>
        </p:blipFill>
        <p:spPr>
          <a:xfrm>
            <a:off x="0" y="6746581"/>
            <a:ext cx="12192000" cy="109728"/>
          </a:xfrm>
          <a:prstGeom prst="rect">
            <a:avLst/>
          </a:prstGeom>
        </p:spPr>
      </p:pic>
      <p:cxnSp>
        <p:nvCxnSpPr>
          <p:cNvPr id="4" name="Straight Connector 3">
            <a:extLst>
              <a:ext uri="{FF2B5EF4-FFF2-40B4-BE49-F238E27FC236}">
                <a16:creationId xmlns:a16="http://schemas.microsoft.com/office/drawing/2014/main" id="{29C8390E-78B4-C871-D0B5-8CC48CB63FC7}"/>
              </a:ext>
              <a:ext uri="{C183D7F6-B498-43B3-948B-1728B52AA6E4}">
                <adec:decorative xmlns:adec="http://schemas.microsoft.com/office/drawing/2017/decorative" val="1"/>
              </a:ext>
            </a:extLst>
          </p:cNvPr>
          <p:cNvCxnSpPr>
            <a:cxnSpLocks/>
          </p:cNvCxnSpPr>
          <p:nvPr userDrawn="1"/>
        </p:nvCxnSpPr>
        <p:spPr>
          <a:xfrm flipH="1">
            <a:off x="426720" y="1929688"/>
            <a:ext cx="2682209" cy="0"/>
          </a:xfrm>
          <a:prstGeom prst="line">
            <a:avLst/>
          </a:prstGeom>
          <a:ln w="952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1C7637F4-2CD1-BD22-4254-469373E33709}"/>
              </a:ext>
              <a:ext uri="{C183D7F6-B498-43B3-948B-1728B52AA6E4}">
                <adec:decorative xmlns:adec="http://schemas.microsoft.com/office/drawing/2017/decorative" val="1"/>
              </a:ext>
            </a:extLst>
          </p:cNvPr>
          <p:cNvCxnSpPr>
            <a:cxnSpLocks/>
          </p:cNvCxnSpPr>
          <p:nvPr userDrawn="1"/>
        </p:nvCxnSpPr>
        <p:spPr>
          <a:xfrm flipH="1">
            <a:off x="3295816" y="1929688"/>
            <a:ext cx="2682209" cy="0"/>
          </a:xfrm>
          <a:prstGeom prst="line">
            <a:avLst/>
          </a:prstGeom>
          <a:ln w="952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3F8A5649-581E-CE2A-5A77-129D2C29A297}"/>
              </a:ext>
              <a:ext uri="{C183D7F6-B498-43B3-948B-1728B52AA6E4}">
                <adec:decorative xmlns:adec="http://schemas.microsoft.com/office/drawing/2017/decorative" val="1"/>
              </a:ext>
            </a:extLst>
          </p:cNvPr>
          <p:cNvCxnSpPr>
            <a:cxnSpLocks/>
          </p:cNvCxnSpPr>
          <p:nvPr userDrawn="1"/>
        </p:nvCxnSpPr>
        <p:spPr>
          <a:xfrm flipH="1">
            <a:off x="6184790" y="1929688"/>
            <a:ext cx="2682209" cy="0"/>
          </a:xfrm>
          <a:prstGeom prst="line">
            <a:avLst/>
          </a:prstGeom>
          <a:ln w="952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3B67580C-B3D5-84C1-1B7F-7FA4C025E4E8}"/>
              </a:ext>
              <a:ext uri="{C183D7F6-B498-43B3-948B-1728B52AA6E4}">
                <adec:decorative xmlns:adec="http://schemas.microsoft.com/office/drawing/2017/decorative" val="1"/>
              </a:ext>
            </a:extLst>
          </p:cNvPr>
          <p:cNvCxnSpPr>
            <a:cxnSpLocks/>
          </p:cNvCxnSpPr>
          <p:nvPr userDrawn="1"/>
        </p:nvCxnSpPr>
        <p:spPr>
          <a:xfrm flipH="1">
            <a:off x="9067138" y="1929688"/>
            <a:ext cx="2682209" cy="0"/>
          </a:xfrm>
          <a:prstGeom prst="line">
            <a:avLst/>
          </a:prstGeom>
          <a:ln w="952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8C0E7C7F-964F-996B-DDD4-3221E6042858}"/>
              </a:ext>
              <a:ext uri="{C183D7F6-B498-43B3-948B-1728B52AA6E4}">
                <adec:decorative xmlns:adec="http://schemas.microsoft.com/office/drawing/2017/decorative" val="1"/>
              </a:ext>
            </a:extLst>
          </p:cNvPr>
          <p:cNvCxnSpPr>
            <a:cxnSpLocks/>
          </p:cNvCxnSpPr>
          <p:nvPr userDrawn="1"/>
        </p:nvCxnSpPr>
        <p:spPr>
          <a:xfrm flipV="1">
            <a:off x="6111903" y="365126"/>
            <a:ext cx="0" cy="1017108"/>
          </a:xfrm>
          <a:prstGeom prst="line">
            <a:avLst/>
          </a:prstGeom>
          <a:ln w="9525">
            <a:solidFill>
              <a:schemeClr val="accent1"/>
            </a:solidFill>
          </a:ln>
        </p:spPr>
        <p:style>
          <a:lnRef idx="1">
            <a:schemeClr val="accent1"/>
          </a:lnRef>
          <a:fillRef idx="0">
            <a:schemeClr val="accent1"/>
          </a:fillRef>
          <a:effectRef idx="0">
            <a:schemeClr val="accent1"/>
          </a:effectRef>
          <a:fontRef idx="minor">
            <a:schemeClr val="tx1"/>
          </a:fontRef>
        </p:style>
      </p:cxnSp>
      <p:sp>
        <p:nvSpPr>
          <p:cNvPr id="27" name="Text Placeholder 7">
            <a:extLst>
              <a:ext uri="{FF2B5EF4-FFF2-40B4-BE49-F238E27FC236}">
                <a16:creationId xmlns:a16="http://schemas.microsoft.com/office/drawing/2014/main" id="{FDC96597-7132-F127-BF5F-E7359E1641DB}"/>
              </a:ext>
            </a:extLst>
          </p:cNvPr>
          <p:cNvSpPr>
            <a:spLocks noGrp="1"/>
          </p:cNvSpPr>
          <p:nvPr>
            <p:ph type="body" sz="quarter" idx="20" hasCustomPrompt="1"/>
          </p:nvPr>
        </p:nvSpPr>
        <p:spPr>
          <a:xfrm>
            <a:off x="426722" y="2501808"/>
            <a:ext cx="2682207" cy="420308"/>
          </a:xfrm>
          <a:prstGeom prst="rect">
            <a:avLst/>
          </a:prstGeom>
        </p:spPr>
        <p:txBody>
          <a:bodyPr>
            <a:noAutofit/>
          </a:bodyPr>
          <a:lstStyle>
            <a:lvl1pPr marL="0" indent="0">
              <a:lnSpc>
                <a:spcPct val="100000"/>
              </a:lnSpc>
              <a:spcBef>
                <a:spcPts val="0"/>
              </a:spcBef>
              <a:spcAft>
                <a:spcPts val="1200"/>
              </a:spcAft>
              <a:buNone/>
              <a:defRPr sz="1600" b="0"/>
            </a:lvl1pPr>
          </a:lstStyle>
          <a:p>
            <a:pPr lvl="0"/>
            <a:r>
              <a:rPr lang="en-US"/>
              <a:t>Name</a:t>
            </a:r>
          </a:p>
        </p:txBody>
      </p:sp>
      <p:sp>
        <p:nvSpPr>
          <p:cNvPr id="28" name="Text Placeholder 7">
            <a:extLst>
              <a:ext uri="{FF2B5EF4-FFF2-40B4-BE49-F238E27FC236}">
                <a16:creationId xmlns:a16="http://schemas.microsoft.com/office/drawing/2014/main" id="{848EB98F-E93D-70C7-01CC-B1FA54A4EEE5}"/>
              </a:ext>
            </a:extLst>
          </p:cNvPr>
          <p:cNvSpPr>
            <a:spLocks noGrp="1"/>
          </p:cNvSpPr>
          <p:nvPr>
            <p:ph type="body" sz="quarter" idx="21" hasCustomPrompt="1"/>
          </p:nvPr>
        </p:nvSpPr>
        <p:spPr>
          <a:xfrm>
            <a:off x="3312172" y="2501809"/>
            <a:ext cx="2682207" cy="420300"/>
          </a:xfrm>
          <a:prstGeom prst="rect">
            <a:avLst/>
          </a:prstGeom>
        </p:spPr>
        <p:txBody>
          <a:bodyPr>
            <a:noAutofit/>
          </a:bodyPr>
          <a:lstStyle>
            <a:lvl1pPr marL="0" indent="0">
              <a:lnSpc>
                <a:spcPct val="100000"/>
              </a:lnSpc>
              <a:spcBef>
                <a:spcPts val="0"/>
              </a:spcBef>
              <a:spcAft>
                <a:spcPts val="1200"/>
              </a:spcAft>
              <a:buNone/>
              <a:defRPr sz="1600" b="0"/>
            </a:lvl1pPr>
          </a:lstStyle>
          <a:p>
            <a:pPr lvl="0"/>
            <a:r>
              <a:rPr lang="en-US"/>
              <a:t>Name</a:t>
            </a:r>
          </a:p>
        </p:txBody>
      </p:sp>
      <p:sp>
        <p:nvSpPr>
          <p:cNvPr id="29" name="Text Placeholder 7">
            <a:extLst>
              <a:ext uri="{FF2B5EF4-FFF2-40B4-BE49-F238E27FC236}">
                <a16:creationId xmlns:a16="http://schemas.microsoft.com/office/drawing/2014/main" id="{9C6D97E6-9ECF-10B0-B326-FB1CECD0575C}"/>
              </a:ext>
            </a:extLst>
          </p:cNvPr>
          <p:cNvSpPr>
            <a:spLocks noGrp="1"/>
          </p:cNvSpPr>
          <p:nvPr>
            <p:ph type="body" sz="quarter" idx="22" hasCustomPrompt="1"/>
          </p:nvPr>
        </p:nvSpPr>
        <p:spPr>
          <a:xfrm>
            <a:off x="6197622" y="2501809"/>
            <a:ext cx="2682207" cy="420296"/>
          </a:xfrm>
          <a:prstGeom prst="rect">
            <a:avLst/>
          </a:prstGeom>
        </p:spPr>
        <p:txBody>
          <a:bodyPr>
            <a:noAutofit/>
          </a:bodyPr>
          <a:lstStyle>
            <a:lvl1pPr marL="0" indent="0">
              <a:lnSpc>
                <a:spcPct val="100000"/>
              </a:lnSpc>
              <a:spcBef>
                <a:spcPts val="0"/>
              </a:spcBef>
              <a:spcAft>
                <a:spcPts val="1200"/>
              </a:spcAft>
              <a:buNone/>
              <a:defRPr sz="1600" b="0"/>
            </a:lvl1pPr>
          </a:lstStyle>
          <a:p>
            <a:pPr lvl="0"/>
            <a:r>
              <a:rPr lang="en-US"/>
              <a:t>Name</a:t>
            </a:r>
          </a:p>
        </p:txBody>
      </p:sp>
      <p:sp>
        <p:nvSpPr>
          <p:cNvPr id="30" name="Text Placeholder 7">
            <a:extLst>
              <a:ext uri="{FF2B5EF4-FFF2-40B4-BE49-F238E27FC236}">
                <a16:creationId xmlns:a16="http://schemas.microsoft.com/office/drawing/2014/main" id="{9966DFA8-18B2-5C07-FBA1-4B9DA840BA1A}"/>
              </a:ext>
            </a:extLst>
          </p:cNvPr>
          <p:cNvSpPr>
            <a:spLocks noGrp="1"/>
          </p:cNvSpPr>
          <p:nvPr>
            <p:ph type="body" sz="quarter" idx="23" hasCustomPrompt="1"/>
          </p:nvPr>
        </p:nvSpPr>
        <p:spPr>
          <a:xfrm>
            <a:off x="9083071" y="2501808"/>
            <a:ext cx="2682207" cy="420289"/>
          </a:xfrm>
          <a:prstGeom prst="rect">
            <a:avLst/>
          </a:prstGeom>
        </p:spPr>
        <p:txBody>
          <a:bodyPr>
            <a:noAutofit/>
          </a:bodyPr>
          <a:lstStyle>
            <a:lvl1pPr marL="0" indent="0">
              <a:lnSpc>
                <a:spcPct val="100000"/>
              </a:lnSpc>
              <a:spcBef>
                <a:spcPts val="0"/>
              </a:spcBef>
              <a:spcAft>
                <a:spcPts val="1200"/>
              </a:spcAft>
              <a:buNone/>
              <a:defRPr sz="1600" b="0"/>
            </a:lvl1pPr>
          </a:lstStyle>
          <a:p>
            <a:pPr lvl="0"/>
            <a:r>
              <a:rPr lang="en-US"/>
              <a:t>Name</a:t>
            </a:r>
          </a:p>
        </p:txBody>
      </p:sp>
      <p:sp>
        <p:nvSpPr>
          <p:cNvPr id="31" name="Text Placeholder 7">
            <a:extLst>
              <a:ext uri="{FF2B5EF4-FFF2-40B4-BE49-F238E27FC236}">
                <a16:creationId xmlns:a16="http://schemas.microsoft.com/office/drawing/2014/main" id="{8B697692-05D4-3420-9B34-A31E80016BAF}"/>
              </a:ext>
            </a:extLst>
          </p:cNvPr>
          <p:cNvSpPr>
            <a:spLocks noGrp="1"/>
          </p:cNvSpPr>
          <p:nvPr>
            <p:ph type="body" sz="quarter" idx="24" hasCustomPrompt="1"/>
          </p:nvPr>
        </p:nvSpPr>
        <p:spPr>
          <a:xfrm>
            <a:off x="426722" y="2998764"/>
            <a:ext cx="2682207" cy="420308"/>
          </a:xfrm>
          <a:prstGeom prst="rect">
            <a:avLst/>
          </a:prstGeom>
        </p:spPr>
        <p:txBody>
          <a:bodyPr>
            <a:noAutofit/>
          </a:bodyPr>
          <a:lstStyle>
            <a:lvl1pPr marL="0" indent="0">
              <a:lnSpc>
                <a:spcPct val="100000"/>
              </a:lnSpc>
              <a:spcBef>
                <a:spcPts val="0"/>
              </a:spcBef>
              <a:spcAft>
                <a:spcPts val="1200"/>
              </a:spcAft>
              <a:buNone/>
              <a:defRPr sz="1600" b="0"/>
            </a:lvl1pPr>
          </a:lstStyle>
          <a:p>
            <a:pPr lvl="0"/>
            <a:r>
              <a:rPr lang="en-US"/>
              <a:t>Name</a:t>
            </a:r>
          </a:p>
        </p:txBody>
      </p:sp>
      <p:sp>
        <p:nvSpPr>
          <p:cNvPr id="32" name="Text Placeholder 7">
            <a:extLst>
              <a:ext uri="{FF2B5EF4-FFF2-40B4-BE49-F238E27FC236}">
                <a16:creationId xmlns:a16="http://schemas.microsoft.com/office/drawing/2014/main" id="{6A8FF00C-C95C-27DD-C658-7C3A864B0D87}"/>
              </a:ext>
            </a:extLst>
          </p:cNvPr>
          <p:cNvSpPr>
            <a:spLocks noGrp="1"/>
          </p:cNvSpPr>
          <p:nvPr>
            <p:ph type="body" sz="quarter" idx="25" hasCustomPrompt="1"/>
          </p:nvPr>
        </p:nvSpPr>
        <p:spPr>
          <a:xfrm>
            <a:off x="3312172" y="2998765"/>
            <a:ext cx="2682207" cy="420300"/>
          </a:xfrm>
          <a:prstGeom prst="rect">
            <a:avLst/>
          </a:prstGeom>
        </p:spPr>
        <p:txBody>
          <a:bodyPr>
            <a:noAutofit/>
          </a:bodyPr>
          <a:lstStyle>
            <a:lvl1pPr marL="0" indent="0">
              <a:lnSpc>
                <a:spcPct val="100000"/>
              </a:lnSpc>
              <a:spcBef>
                <a:spcPts val="0"/>
              </a:spcBef>
              <a:spcAft>
                <a:spcPts val="1200"/>
              </a:spcAft>
              <a:buNone/>
              <a:defRPr sz="1600" b="0"/>
            </a:lvl1pPr>
          </a:lstStyle>
          <a:p>
            <a:pPr lvl="0"/>
            <a:r>
              <a:rPr lang="en-US"/>
              <a:t>Name</a:t>
            </a:r>
          </a:p>
        </p:txBody>
      </p:sp>
      <p:sp>
        <p:nvSpPr>
          <p:cNvPr id="33" name="Text Placeholder 7">
            <a:extLst>
              <a:ext uri="{FF2B5EF4-FFF2-40B4-BE49-F238E27FC236}">
                <a16:creationId xmlns:a16="http://schemas.microsoft.com/office/drawing/2014/main" id="{3678510A-0452-22FE-841A-228DA0883BCF}"/>
              </a:ext>
            </a:extLst>
          </p:cNvPr>
          <p:cNvSpPr>
            <a:spLocks noGrp="1"/>
          </p:cNvSpPr>
          <p:nvPr>
            <p:ph type="body" sz="quarter" idx="26" hasCustomPrompt="1"/>
          </p:nvPr>
        </p:nvSpPr>
        <p:spPr>
          <a:xfrm>
            <a:off x="6197622" y="2998765"/>
            <a:ext cx="2682207" cy="420296"/>
          </a:xfrm>
          <a:prstGeom prst="rect">
            <a:avLst/>
          </a:prstGeom>
        </p:spPr>
        <p:txBody>
          <a:bodyPr>
            <a:noAutofit/>
          </a:bodyPr>
          <a:lstStyle>
            <a:lvl1pPr marL="0" indent="0">
              <a:lnSpc>
                <a:spcPct val="100000"/>
              </a:lnSpc>
              <a:spcBef>
                <a:spcPts val="0"/>
              </a:spcBef>
              <a:spcAft>
                <a:spcPts val="1200"/>
              </a:spcAft>
              <a:buNone/>
              <a:defRPr sz="1600" b="0"/>
            </a:lvl1pPr>
          </a:lstStyle>
          <a:p>
            <a:pPr lvl="0"/>
            <a:r>
              <a:rPr lang="en-US"/>
              <a:t>Name</a:t>
            </a:r>
          </a:p>
        </p:txBody>
      </p:sp>
      <p:sp>
        <p:nvSpPr>
          <p:cNvPr id="34" name="Text Placeholder 7">
            <a:extLst>
              <a:ext uri="{FF2B5EF4-FFF2-40B4-BE49-F238E27FC236}">
                <a16:creationId xmlns:a16="http://schemas.microsoft.com/office/drawing/2014/main" id="{1D8B2479-BCD0-D03E-F66F-004D1793FFAF}"/>
              </a:ext>
            </a:extLst>
          </p:cNvPr>
          <p:cNvSpPr>
            <a:spLocks noGrp="1"/>
          </p:cNvSpPr>
          <p:nvPr>
            <p:ph type="body" sz="quarter" idx="27" hasCustomPrompt="1"/>
          </p:nvPr>
        </p:nvSpPr>
        <p:spPr>
          <a:xfrm>
            <a:off x="9083071" y="2998764"/>
            <a:ext cx="2682207" cy="420289"/>
          </a:xfrm>
          <a:prstGeom prst="rect">
            <a:avLst/>
          </a:prstGeom>
        </p:spPr>
        <p:txBody>
          <a:bodyPr>
            <a:noAutofit/>
          </a:bodyPr>
          <a:lstStyle>
            <a:lvl1pPr marL="0" indent="0">
              <a:lnSpc>
                <a:spcPct val="100000"/>
              </a:lnSpc>
              <a:spcBef>
                <a:spcPts val="0"/>
              </a:spcBef>
              <a:spcAft>
                <a:spcPts val="1200"/>
              </a:spcAft>
              <a:buNone/>
              <a:defRPr sz="1600" b="0"/>
            </a:lvl1pPr>
          </a:lstStyle>
          <a:p>
            <a:pPr lvl="0"/>
            <a:r>
              <a:rPr lang="en-US"/>
              <a:t>Name</a:t>
            </a:r>
          </a:p>
        </p:txBody>
      </p:sp>
      <p:sp>
        <p:nvSpPr>
          <p:cNvPr id="35" name="Text Placeholder 7">
            <a:extLst>
              <a:ext uri="{FF2B5EF4-FFF2-40B4-BE49-F238E27FC236}">
                <a16:creationId xmlns:a16="http://schemas.microsoft.com/office/drawing/2014/main" id="{C7FB240F-23C3-CF13-09DC-4D1A6D299EFE}"/>
              </a:ext>
            </a:extLst>
          </p:cNvPr>
          <p:cNvSpPr>
            <a:spLocks noGrp="1"/>
          </p:cNvSpPr>
          <p:nvPr>
            <p:ph type="body" sz="quarter" idx="28" hasCustomPrompt="1"/>
          </p:nvPr>
        </p:nvSpPr>
        <p:spPr>
          <a:xfrm>
            <a:off x="426722" y="3502347"/>
            <a:ext cx="2682207" cy="420308"/>
          </a:xfrm>
          <a:prstGeom prst="rect">
            <a:avLst/>
          </a:prstGeom>
        </p:spPr>
        <p:txBody>
          <a:bodyPr>
            <a:noAutofit/>
          </a:bodyPr>
          <a:lstStyle>
            <a:lvl1pPr marL="0" indent="0">
              <a:lnSpc>
                <a:spcPct val="100000"/>
              </a:lnSpc>
              <a:spcBef>
                <a:spcPts val="0"/>
              </a:spcBef>
              <a:spcAft>
                <a:spcPts val="1200"/>
              </a:spcAft>
              <a:buNone/>
              <a:defRPr sz="1600" b="0"/>
            </a:lvl1pPr>
          </a:lstStyle>
          <a:p>
            <a:pPr lvl="0"/>
            <a:r>
              <a:rPr lang="en-US"/>
              <a:t>Name</a:t>
            </a:r>
          </a:p>
        </p:txBody>
      </p:sp>
      <p:sp>
        <p:nvSpPr>
          <p:cNvPr id="36" name="Text Placeholder 7">
            <a:extLst>
              <a:ext uri="{FF2B5EF4-FFF2-40B4-BE49-F238E27FC236}">
                <a16:creationId xmlns:a16="http://schemas.microsoft.com/office/drawing/2014/main" id="{902D1EFB-55C9-C80E-DDE3-818DE3141D45}"/>
              </a:ext>
            </a:extLst>
          </p:cNvPr>
          <p:cNvSpPr>
            <a:spLocks noGrp="1"/>
          </p:cNvSpPr>
          <p:nvPr>
            <p:ph type="body" sz="quarter" idx="29" hasCustomPrompt="1"/>
          </p:nvPr>
        </p:nvSpPr>
        <p:spPr>
          <a:xfrm>
            <a:off x="3312172" y="3502348"/>
            <a:ext cx="2682207" cy="420300"/>
          </a:xfrm>
          <a:prstGeom prst="rect">
            <a:avLst/>
          </a:prstGeom>
        </p:spPr>
        <p:txBody>
          <a:bodyPr>
            <a:noAutofit/>
          </a:bodyPr>
          <a:lstStyle>
            <a:lvl1pPr marL="0" indent="0">
              <a:lnSpc>
                <a:spcPct val="100000"/>
              </a:lnSpc>
              <a:spcBef>
                <a:spcPts val="0"/>
              </a:spcBef>
              <a:spcAft>
                <a:spcPts val="1200"/>
              </a:spcAft>
              <a:buNone/>
              <a:defRPr sz="1600" b="0"/>
            </a:lvl1pPr>
          </a:lstStyle>
          <a:p>
            <a:pPr lvl="0"/>
            <a:r>
              <a:rPr lang="en-US"/>
              <a:t>Name</a:t>
            </a:r>
          </a:p>
        </p:txBody>
      </p:sp>
      <p:sp>
        <p:nvSpPr>
          <p:cNvPr id="37" name="Text Placeholder 7">
            <a:extLst>
              <a:ext uri="{FF2B5EF4-FFF2-40B4-BE49-F238E27FC236}">
                <a16:creationId xmlns:a16="http://schemas.microsoft.com/office/drawing/2014/main" id="{276B1096-76A0-DF4D-8EC1-C7838BEB2D3C}"/>
              </a:ext>
            </a:extLst>
          </p:cNvPr>
          <p:cNvSpPr>
            <a:spLocks noGrp="1"/>
          </p:cNvSpPr>
          <p:nvPr>
            <p:ph type="body" sz="quarter" idx="30" hasCustomPrompt="1"/>
          </p:nvPr>
        </p:nvSpPr>
        <p:spPr>
          <a:xfrm>
            <a:off x="6197622" y="3502348"/>
            <a:ext cx="2682207" cy="420296"/>
          </a:xfrm>
          <a:prstGeom prst="rect">
            <a:avLst/>
          </a:prstGeom>
        </p:spPr>
        <p:txBody>
          <a:bodyPr>
            <a:noAutofit/>
          </a:bodyPr>
          <a:lstStyle>
            <a:lvl1pPr marL="0" indent="0">
              <a:lnSpc>
                <a:spcPct val="100000"/>
              </a:lnSpc>
              <a:spcBef>
                <a:spcPts val="0"/>
              </a:spcBef>
              <a:spcAft>
                <a:spcPts val="1200"/>
              </a:spcAft>
              <a:buNone/>
              <a:defRPr sz="1600" b="0"/>
            </a:lvl1pPr>
          </a:lstStyle>
          <a:p>
            <a:pPr lvl="0"/>
            <a:r>
              <a:rPr lang="en-US"/>
              <a:t>Name</a:t>
            </a:r>
          </a:p>
        </p:txBody>
      </p:sp>
      <p:sp>
        <p:nvSpPr>
          <p:cNvPr id="38" name="Text Placeholder 7">
            <a:extLst>
              <a:ext uri="{FF2B5EF4-FFF2-40B4-BE49-F238E27FC236}">
                <a16:creationId xmlns:a16="http://schemas.microsoft.com/office/drawing/2014/main" id="{1561E42B-6B9D-D59C-80FD-F785DF01E4C3}"/>
              </a:ext>
            </a:extLst>
          </p:cNvPr>
          <p:cNvSpPr>
            <a:spLocks noGrp="1"/>
          </p:cNvSpPr>
          <p:nvPr>
            <p:ph type="body" sz="quarter" idx="31" hasCustomPrompt="1"/>
          </p:nvPr>
        </p:nvSpPr>
        <p:spPr>
          <a:xfrm>
            <a:off x="9083071" y="3502347"/>
            <a:ext cx="2682207" cy="420289"/>
          </a:xfrm>
          <a:prstGeom prst="rect">
            <a:avLst/>
          </a:prstGeom>
        </p:spPr>
        <p:txBody>
          <a:bodyPr>
            <a:noAutofit/>
          </a:bodyPr>
          <a:lstStyle>
            <a:lvl1pPr marL="0" indent="0">
              <a:lnSpc>
                <a:spcPct val="100000"/>
              </a:lnSpc>
              <a:spcBef>
                <a:spcPts val="0"/>
              </a:spcBef>
              <a:spcAft>
                <a:spcPts val="1200"/>
              </a:spcAft>
              <a:buNone/>
              <a:defRPr sz="1600" b="0"/>
            </a:lvl1pPr>
          </a:lstStyle>
          <a:p>
            <a:pPr lvl="0"/>
            <a:r>
              <a:rPr lang="en-US"/>
              <a:t>Name</a:t>
            </a:r>
          </a:p>
        </p:txBody>
      </p:sp>
      <p:sp>
        <p:nvSpPr>
          <p:cNvPr id="39" name="Text Placeholder 7">
            <a:extLst>
              <a:ext uri="{FF2B5EF4-FFF2-40B4-BE49-F238E27FC236}">
                <a16:creationId xmlns:a16="http://schemas.microsoft.com/office/drawing/2014/main" id="{E6A5224B-5734-8647-E0F7-5DA1B8CB8727}"/>
              </a:ext>
            </a:extLst>
          </p:cNvPr>
          <p:cNvSpPr>
            <a:spLocks noGrp="1"/>
          </p:cNvSpPr>
          <p:nvPr>
            <p:ph type="body" sz="quarter" idx="32" hasCustomPrompt="1"/>
          </p:nvPr>
        </p:nvSpPr>
        <p:spPr>
          <a:xfrm>
            <a:off x="426722" y="4005930"/>
            <a:ext cx="2682207" cy="420308"/>
          </a:xfrm>
          <a:prstGeom prst="rect">
            <a:avLst/>
          </a:prstGeom>
        </p:spPr>
        <p:txBody>
          <a:bodyPr>
            <a:noAutofit/>
          </a:bodyPr>
          <a:lstStyle>
            <a:lvl1pPr marL="0" indent="0">
              <a:lnSpc>
                <a:spcPct val="100000"/>
              </a:lnSpc>
              <a:spcBef>
                <a:spcPts val="0"/>
              </a:spcBef>
              <a:spcAft>
                <a:spcPts val="1200"/>
              </a:spcAft>
              <a:buNone/>
              <a:defRPr sz="1600" b="0"/>
            </a:lvl1pPr>
          </a:lstStyle>
          <a:p>
            <a:pPr lvl="0"/>
            <a:r>
              <a:rPr lang="en-US"/>
              <a:t>Name</a:t>
            </a:r>
          </a:p>
        </p:txBody>
      </p:sp>
      <p:sp>
        <p:nvSpPr>
          <p:cNvPr id="40" name="Text Placeholder 7">
            <a:extLst>
              <a:ext uri="{FF2B5EF4-FFF2-40B4-BE49-F238E27FC236}">
                <a16:creationId xmlns:a16="http://schemas.microsoft.com/office/drawing/2014/main" id="{1F12970B-1355-2E6B-E65D-83E2789A3BCF}"/>
              </a:ext>
            </a:extLst>
          </p:cNvPr>
          <p:cNvSpPr>
            <a:spLocks noGrp="1"/>
          </p:cNvSpPr>
          <p:nvPr>
            <p:ph type="body" sz="quarter" idx="33" hasCustomPrompt="1"/>
          </p:nvPr>
        </p:nvSpPr>
        <p:spPr>
          <a:xfrm>
            <a:off x="3312172" y="4005931"/>
            <a:ext cx="2682207" cy="420300"/>
          </a:xfrm>
          <a:prstGeom prst="rect">
            <a:avLst/>
          </a:prstGeom>
        </p:spPr>
        <p:txBody>
          <a:bodyPr>
            <a:noAutofit/>
          </a:bodyPr>
          <a:lstStyle>
            <a:lvl1pPr marL="0" indent="0">
              <a:lnSpc>
                <a:spcPct val="100000"/>
              </a:lnSpc>
              <a:spcBef>
                <a:spcPts val="0"/>
              </a:spcBef>
              <a:spcAft>
                <a:spcPts val="1200"/>
              </a:spcAft>
              <a:buNone/>
              <a:defRPr sz="1600" b="0"/>
            </a:lvl1pPr>
          </a:lstStyle>
          <a:p>
            <a:pPr lvl="0"/>
            <a:r>
              <a:rPr lang="en-US"/>
              <a:t>Name</a:t>
            </a:r>
          </a:p>
        </p:txBody>
      </p:sp>
      <p:sp>
        <p:nvSpPr>
          <p:cNvPr id="41" name="Text Placeholder 7">
            <a:extLst>
              <a:ext uri="{FF2B5EF4-FFF2-40B4-BE49-F238E27FC236}">
                <a16:creationId xmlns:a16="http://schemas.microsoft.com/office/drawing/2014/main" id="{026B318F-836E-B4C7-CD1F-9724D6608F71}"/>
              </a:ext>
            </a:extLst>
          </p:cNvPr>
          <p:cNvSpPr>
            <a:spLocks noGrp="1"/>
          </p:cNvSpPr>
          <p:nvPr>
            <p:ph type="body" sz="quarter" idx="34" hasCustomPrompt="1"/>
          </p:nvPr>
        </p:nvSpPr>
        <p:spPr>
          <a:xfrm>
            <a:off x="6197622" y="4005931"/>
            <a:ext cx="2682207" cy="420296"/>
          </a:xfrm>
          <a:prstGeom prst="rect">
            <a:avLst/>
          </a:prstGeom>
        </p:spPr>
        <p:txBody>
          <a:bodyPr>
            <a:noAutofit/>
          </a:bodyPr>
          <a:lstStyle>
            <a:lvl1pPr marL="0" indent="0">
              <a:lnSpc>
                <a:spcPct val="100000"/>
              </a:lnSpc>
              <a:spcBef>
                <a:spcPts val="0"/>
              </a:spcBef>
              <a:spcAft>
                <a:spcPts val="1200"/>
              </a:spcAft>
              <a:buNone/>
              <a:defRPr sz="1600" b="0"/>
            </a:lvl1pPr>
          </a:lstStyle>
          <a:p>
            <a:pPr lvl="0"/>
            <a:r>
              <a:rPr lang="en-US"/>
              <a:t>Name</a:t>
            </a:r>
          </a:p>
        </p:txBody>
      </p:sp>
      <p:sp>
        <p:nvSpPr>
          <p:cNvPr id="42" name="Text Placeholder 7">
            <a:extLst>
              <a:ext uri="{FF2B5EF4-FFF2-40B4-BE49-F238E27FC236}">
                <a16:creationId xmlns:a16="http://schemas.microsoft.com/office/drawing/2014/main" id="{336A4646-574D-9944-BB7B-D9DEA0248B93}"/>
              </a:ext>
            </a:extLst>
          </p:cNvPr>
          <p:cNvSpPr>
            <a:spLocks noGrp="1"/>
          </p:cNvSpPr>
          <p:nvPr>
            <p:ph type="body" sz="quarter" idx="35" hasCustomPrompt="1"/>
          </p:nvPr>
        </p:nvSpPr>
        <p:spPr>
          <a:xfrm>
            <a:off x="9083071" y="4005930"/>
            <a:ext cx="2682207" cy="420289"/>
          </a:xfrm>
          <a:prstGeom prst="rect">
            <a:avLst/>
          </a:prstGeom>
        </p:spPr>
        <p:txBody>
          <a:bodyPr>
            <a:noAutofit/>
          </a:bodyPr>
          <a:lstStyle>
            <a:lvl1pPr marL="0" indent="0">
              <a:lnSpc>
                <a:spcPct val="100000"/>
              </a:lnSpc>
              <a:spcBef>
                <a:spcPts val="0"/>
              </a:spcBef>
              <a:spcAft>
                <a:spcPts val="1200"/>
              </a:spcAft>
              <a:buNone/>
              <a:defRPr sz="1600" b="0"/>
            </a:lvl1pPr>
          </a:lstStyle>
          <a:p>
            <a:pPr lvl="0"/>
            <a:r>
              <a:rPr lang="en-US"/>
              <a:t>Name</a:t>
            </a:r>
          </a:p>
        </p:txBody>
      </p:sp>
      <p:sp>
        <p:nvSpPr>
          <p:cNvPr id="43" name="Text Placeholder 7">
            <a:extLst>
              <a:ext uri="{FF2B5EF4-FFF2-40B4-BE49-F238E27FC236}">
                <a16:creationId xmlns:a16="http://schemas.microsoft.com/office/drawing/2014/main" id="{F5C7786A-06AF-2A71-32C3-4CB5D4D21607}"/>
              </a:ext>
            </a:extLst>
          </p:cNvPr>
          <p:cNvSpPr>
            <a:spLocks noGrp="1"/>
          </p:cNvSpPr>
          <p:nvPr>
            <p:ph type="body" sz="quarter" idx="36" hasCustomPrompt="1"/>
          </p:nvPr>
        </p:nvSpPr>
        <p:spPr>
          <a:xfrm>
            <a:off x="426722" y="4502887"/>
            <a:ext cx="2682207" cy="420308"/>
          </a:xfrm>
          <a:prstGeom prst="rect">
            <a:avLst/>
          </a:prstGeom>
        </p:spPr>
        <p:txBody>
          <a:bodyPr>
            <a:noAutofit/>
          </a:bodyPr>
          <a:lstStyle>
            <a:lvl1pPr marL="0" indent="0">
              <a:lnSpc>
                <a:spcPct val="100000"/>
              </a:lnSpc>
              <a:spcBef>
                <a:spcPts val="0"/>
              </a:spcBef>
              <a:spcAft>
                <a:spcPts val="1200"/>
              </a:spcAft>
              <a:buNone/>
              <a:defRPr sz="1600" b="0"/>
            </a:lvl1pPr>
          </a:lstStyle>
          <a:p>
            <a:pPr lvl="0"/>
            <a:r>
              <a:rPr lang="en-US"/>
              <a:t>Name</a:t>
            </a:r>
          </a:p>
        </p:txBody>
      </p:sp>
      <p:sp>
        <p:nvSpPr>
          <p:cNvPr id="44" name="Text Placeholder 7">
            <a:extLst>
              <a:ext uri="{FF2B5EF4-FFF2-40B4-BE49-F238E27FC236}">
                <a16:creationId xmlns:a16="http://schemas.microsoft.com/office/drawing/2014/main" id="{0CD909F0-E7D0-FA0F-700C-39BCF2817B1E}"/>
              </a:ext>
            </a:extLst>
          </p:cNvPr>
          <p:cNvSpPr>
            <a:spLocks noGrp="1"/>
          </p:cNvSpPr>
          <p:nvPr>
            <p:ph type="body" sz="quarter" idx="37" hasCustomPrompt="1"/>
          </p:nvPr>
        </p:nvSpPr>
        <p:spPr>
          <a:xfrm>
            <a:off x="3312172" y="4502888"/>
            <a:ext cx="2682207" cy="420300"/>
          </a:xfrm>
          <a:prstGeom prst="rect">
            <a:avLst/>
          </a:prstGeom>
        </p:spPr>
        <p:txBody>
          <a:bodyPr>
            <a:noAutofit/>
          </a:bodyPr>
          <a:lstStyle>
            <a:lvl1pPr marL="0" indent="0">
              <a:lnSpc>
                <a:spcPct val="100000"/>
              </a:lnSpc>
              <a:spcBef>
                <a:spcPts val="0"/>
              </a:spcBef>
              <a:spcAft>
                <a:spcPts val="1200"/>
              </a:spcAft>
              <a:buNone/>
              <a:defRPr sz="1600" b="0"/>
            </a:lvl1pPr>
          </a:lstStyle>
          <a:p>
            <a:pPr lvl="0"/>
            <a:r>
              <a:rPr lang="en-US"/>
              <a:t>Name</a:t>
            </a:r>
          </a:p>
        </p:txBody>
      </p:sp>
      <p:sp>
        <p:nvSpPr>
          <p:cNvPr id="45" name="Text Placeholder 7">
            <a:extLst>
              <a:ext uri="{FF2B5EF4-FFF2-40B4-BE49-F238E27FC236}">
                <a16:creationId xmlns:a16="http://schemas.microsoft.com/office/drawing/2014/main" id="{A17786FC-4B35-946C-E12C-2872CFD76DAD}"/>
              </a:ext>
            </a:extLst>
          </p:cNvPr>
          <p:cNvSpPr>
            <a:spLocks noGrp="1"/>
          </p:cNvSpPr>
          <p:nvPr>
            <p:ph type="body" sz="quarter" idx="38" hasCustomPrompt="1"/>
          </p:nvPr>
        </p:nvSpPr>
        <p:spPr>
          <a:xfrm>
            <a:off x="6197622" y="4502888"/>
            <a:ext cx="2682207" cy="420296"/>
          </a:xfrm>
          <a:prstGeom prst="rect">
            <a:avLst/>
          </a:prstGeom>
        </p:spPr>
        <p:txBody>
          <a:bodyPr>
            <a:noAutofit/>
          </a:bodyPr>
          <a:lstStyle>
            <a:lvl1pPr marL="0" indent="0">
              <a:lnSpc>
                <a:spcPct val="100000"/>
              </a:lnSpc>
              <a:spcBef>
                <a:spcPts val="0"/>
              </a:spcBef>
              <a:spcAft>
                <a:spcPts val="1200"/>
              </a:spcAft>
              <a:buNone/>
              <a:defRPr sz="1600" b="0"/>
            </a:lvl1pPr>
          </a:lstStyle>
          <a:p>
            <a:pPr lvl="0"/>
            <a:r>
              <a:rPr lang="en-US"/>
              <a:t>Name</a:t>
            </a:r>
          </a:p>
        </p:txBody>
      </p:sp>
      <p:sp>
        <p:nvSpPr>
          <p:cNvPr id="46" name="Text Placeholder 7">
            <a:extLst>
              <a:ext uri="{FF2B5EF4-FFF2-40B4-BE49-F238E27FC236}">
                <a16:creationId xmlns:a16="http://schemas.microsoft.com/office/drawing/2014/main" id="{C0440156-864C-AF80-BBAF-30FDA4D3492E}"/>
              </a:ext>
            </a:extLst>
          </p:cNvPr>
          <p:cNvSpPr>
            <a:spLocks noGrp="1"/>
          </p:cNvSpPr>
          <p:nvPr>
            <p:ph type="body" sz="quarter" idx="39" hasCustomPrompt="1"/>
          </p:nvPr>
        </p:nvSpPr>
        <p:spPr>
          <a:xfrm>
            <a:off x="9083071" y="4502887"/>
            <a:ext cx="2682207" cy="420289"/>
          </a:xfrm>
          <a:prstGeom prst="rect">
            <a:avLst/>
          </a:prstGeom>
        </p:spPr>
        <p:txBody>
          <a:bodyPr>
            <a:noAutofit/>
          </a:bodyPr>
          <a:lstStyle>
            <a:lvl1pPr marL="0" indent="0">
              <a:lnSpc>
                <a:spcPct val="100000"/>
              </a:lnSpc>
              <a:spcBef>
                <a:spcPts val="0"/>
              </a:spcBef>
              <a:spcAft>
                <a:spcPts val="1200"/>
              </a:spcAft>
              <a:buNone/>
              <a:defRPr sz="1600" b="0"/>
            </a:lvl1pPr>
          </a:lstStyle>
          <a:p>
            <a:pPr lvl="0"/>
            <a:r>
              <a:rPr lang="en-US"/>
              <a:t>Name</a:t>
            </a:r>
          </a:p>
        </p:txBody>
      </p:sp>
      <p:sp>
        <p:nvSpPr>
          <p:cNvPr id="47" name="Text Placeholder 7">
            <a:extLst>
              <a:ext uri="{FF2B5EF4-FFF2-40B4-BE49-F238E27FC236}">
                <a16:creationId xmlns:a16="http://schemas.microsoft.com/office/drawing/2014/main" id="{16FCE203-C9DB-5FE6-320B-A7551E14D956}"/>
              </a:ext>
            </a:extLst>
          </p:cNvPr>
          <p:cNvSpPr>
            <a:spLocks noGrp="1"/>
          </p:cNvSpPr>
          <p:nvPr>
            <p:ph type="body" sz="quarter" idx="40" hasCustomPrompt="1"/>
          </p:nvPr>
        </p:nvSpPr>
        <p:spPr>
          <a:xfrm>
            <a:off x="426722" y="5006469"/>
            <a:ext cx="2682207" cy="420308"/>
          </a:xfrm>
          <a:prstGeom prst="rect">
            <a:avLst/>
          </a:prstGeom>
        </p:spPr>
        <p:txBody>
          <a:bodyPr>
            <a:noAutofit/>
          </a:bodyPr>
          <a:lstStyle>
            <a:lvl1pPr marL="0" indent="0">
              <a:lnSpc>
                <a:spcPct val="100000"/>
              </a:lnSpc>
              <a:spcBef>
                <a:spcPts val="0"/>
              </a:spcBef>
              <a:spcAft>
                <a:spcPts val="1200"/>
              </a:spcAft>
              <a:buNone/>
              <a:defRPr sz="1600" b="0"/>
            </a:lvl1pPr>
          </a:lstStyle>
          <a:p>
            <a:pPr lvl="0"/>
            <a:r>
              <a:rPr lang="en-US"/>
              <a:t>Name</a:t>
            </a:r>
          </a:p>
        </p:txBody>
      </p:sp>
      <p:sp>
        <p:nvSpPr>
          <p:cNvPr id="48" name="Text Placeholder 7">
            <a:extLst>
              <a:ext uri="{FF2B5EF4-FFF2-40B4-BE49-F238E27FC236}">
                <a16:creationId xmlns:a16="http://schemas.microsoft.com/office/drawing/2014/main" id="{FBAF6309-16D1-EDCB-5965-3BB9242F753A}"/>
              </a:ext>
            </a:extLst>
          </p:cNvPr>
          <p:cNvSpPr>
            <a:spLocks noGrp="1"/>
          </p:cNvSpPr>
          <p:nvPr>
            <p:ph type="body" sz="quarter" idx="41" hasCustomPrompt="1"/>
          </p:nvPr>
        </p:nvSpPr>
        <p:spPr>
          <a:xfrm>
            <a:off x="3312172" y="5006470"/>
            <a:ext cx="2682207" cy="420300"/>
          </a:xfrm>
          <a:prstGeom prst="rect">
            <a:avLst/>
          </a:prstGeom>
        </p:spPr>
        <p:txBody>
          <a:bodyPr>
            <a:noAutofit/>
          </a:bodyPr>
          <a:lstStyle>
            <a:lvl1pPr marL="0" indent="0">
              <a:lnSpc>
                <a:spcPct val="100000"/>
              </a:lnSpc>
              <a:spcBef>
                <a:spcPts val="0"/>
              </a:spcBef>
              <a:spcAft>
                <a:spcPts val="1200"/>
              </a:spcAft>
              <a:buNone/>
              <a:defRPr sz="1600" b="0"/>
            </a:lvl1pPr>
          </a:lstStyle>
          <a:p>
            <a:pPr lvl="0"/>
            <a:r>
              <a:rPr lang="en-US"/>
              <a:t>Name</a:t>
            </a:r>
          </a:p>
        </p:txBody>
      </p:sp>
      <p:sp>
        <p:nvSpPr>
          <p:cNvPr id="49" name="Text Placeholder 7">
            <a:extLst>
              <a:ext uri="{FF2B5EF4-FFF2-40B4-BE49-F238E27FC236}">
                <a16:creationId xmlns:a16="http://schemas.microsoft.com/office/drawing/2014/main" id="{757E977F-79E6-3D6A-AA9A-1CB72A909843}"/>
              </a:ext>
            </a:extLst>
          </p:cNvPr>
          <p:cNvSpPr>
            <a:spLocks noGrp="1"/>
          </p:cNvSpPr>
          <p:nvPr>
            <p:ph type="body" sz="quarter" idx="42" hasCustomPrompt="1"/>
          </p:nvPr>
        </p:nvSpPr>
        <p:spPr>
          <a:xfrm>
            <a:off x="6197622" y="5006470"/>
            <a:ext cx="2682207" cy="420296"/>
          </a:xfrm>
          <a:prstGeom prst="rect">
            <a:avLst/>
          </a:prstGeom>
        </p:spPr>
        <p:txBody>
          <a:bodyPr>
            <a:noAutofit/>
          </a:bodyPr>
          <a:lstStyle>
            <a:lvl1pPr marL="0" indent="0">
              <a:lnSpc>
                <a:spcPct val="100000"/>
              </a:lnSpc>
              <a:spcBef>
                <a:spcPts val="0"/>
              </a:spcBef>
              <a:spcAft>
                <a:spcPts val="1200"/>
              </a:spcAft>
              <a:buNone/>
              <a:defRPr sz="1600" b="0"/>
            </a:lvl1pPr>
          </a:lstStyle>
          <a:p>
            <a:pPr lvl="0"/>
            <a:r>
              <a:rPr lang="en-US"/>
              <a:t>Name</a:t>
            </a:r>
          </a:p>
        </p:txBody>
      </p:sp>
      <p:sp>
        <p:nvSpPr>
          <p:cNvPr id="50" name="Text Placeholder 7">
            <a:extLst>
              <a:ext uri="{FF2B5EF4-FFF2-40B4-BE49-F238E27FC236}">
                <a16:creationId xmlns:a16="http://schemas.microsoft.com/office/drawing/2014/main" id="{7042089B-EC38-D0CD-725F-0A65A897D766}"/>
              </a:ext>
            </a:extLst>
          </p:cNvPr>
          <p:cNvSpPr>
            <a:spLocks noGrp="1"/>
          </p:cNvSpPr>
          <p:nvPr>
            <p:ph type="body" sz="quarter" idx="43" hasCustomPrompt="1"/>
          </p:nvPr>
        </p:nvSpPr>
        <p:spPr>
          <a:xfrm>
            <a:off x="9083071" y="5006469"/>
            <a:ext cx="2682207" cy="420289"/>
          </a:xfrm>
          <a:prstGeom prst="rect">
            <a:avLst/>
          </a:prstGeom>
        </p:spPr>
        <p:txBody>
          <a:bodyPr>
            <a:noAutofit/>
          </a:bodyPr>
          <a:lstStyle>
            <a:lvl1pPr marL="0" indent="0">
              <a:lnSpc>
                <a:spcPct val="100000"/>
              </a:lnSpc>
              <a:spcBef>
                <a:spcPts val="0"/>
              </a:spcBef>
              <a:spcAft>
                <a:spcPts val="1200"/>
              </a:spcAft>
              <a:buNone/>
              <a:defRPr sz="1600" b="0"/>
            </a:lvl1pPr>
          </a:lstStyle>
          <a:p>
            <a:pPr lvl="0"/>
            <a:r>
              <a:rPr lang="en-US"/>
              <a:t>Name</a:t>
            </a:r>
          </a:p>
        </p:txBody>
      </p:sp>
      <p:sp>
        <p:nvSpPr>
          <p:cNvPr id="51" name="Text Placeholder 7">
            <a:extLst>
              <a:ext uri="{FF2B5EF4-FFF2-40B4-BE49-F238E27FC236}">
                <a16:creationId xmlns:a16="http://schemas.microsoft.com/office/drawing/2014/main" id="{BFFE2A36-04E7-C57B-4862-3E55F06410D5}"/>
              </a:ext>
            </a:extLst>
          </p:cNvPr>
          <p:cNvSpPr>
            <a:spLocks noGrp="1"/>
          </p:cNvSpPr>
          <p:nvPr>
            <p:ph type="body" sz="quarter" idx="44" hasCustomPrompt="1"/>
          </p:nvPr>
        </p:nvSpPr>
        <p:spPr>
          <a:xfrm>
            <a:off x="426722" y="5510051"/>
            <a:ext cx="2682207" cy="420308"/>
          </a:xfrm>
          <a:prstGeom prst="rect">
            <a:avLst/>
          </a:prstGeom>
        </p:spPr>
        <p:txBody>
          <a:bodyPr>
            <a:noAutofit/>
          </a:bodyPr>
          <a:lstStyle>
            <a:lvl1pPr marL="0" indent="0">
              <a:lnSpc>
                <a:spcPct val="100000"/>
              </a:lnSpc>
              <a:spcBef>
                <a:spcPts val="0"/>
              </a:spcBef>
              <a:spcAft>
                <a:spcPts val="1200"/>
              </a:spcAft>
              <a:buNone/>
              <a:defRPr sz="1600" b="0"/>
            </a:lvl1pPr>
          </a:lstStyle>
          <a:p>
            <a:pPr lvl="0"/>
            <a:r>
              <a:rPr lang="en-US"/>
              <a:t>Name</a:t>
            </a:r>
          </a:p>
        </p:txBody>
      </p:sp>
      <p:sp>
        <p:nvSpPr>
          <p:cNvPr id="52" name="Text Placeholder 7">
            <a:extLst>
              <a:ext uri="{FF2B5EF4-FFF2-40B4-BE49-F238E27FC236}">
                <a16:creationId xmlns:a16="http://schemas.microsoft.com/office/drawing/2014/main" id="{45E3A8CF-7348-C9AB-72C7-62A0C0AA9A5A}"/>
              </a:ext>
            </a:extLst>
          </p:cNvPr>
          <p:cNvSpPr>
            <a:spLocks noGrp="1"/>
          </p:cNvSpPr>
          <p:nvPr>
            <p:ph type="body" sz="quarter" idx="45" hasCustomPrompt="1"/>
          </p:nvPr>
        </p:nvSpPr>
        <p:spPr>
          <a:xfrm>
            <a:off x="3312172" y="5510052"/>
            <a:ext cx="2682207" cy="420300"/>
          </a:xfrm>
          <a:prstGeom prst="rect">
            <a:avLst/>
          </a:prstGeom>
        </p:spPr>
        <p:txBody>
          <a:bodyPr>
            <a:noAutofit/>
          </a:bodyPr>
          <a:lstStyle>
            <a:lvl1pPr marL="0" indent="0">
              <a:lnSpc>
                <a:spcPct val="100000"/>
              </a:lnSpc>
              <a:spcBef>
                <a:spcPts val="0"/>
              </a:spcBef>
              <a:spcAft>
                <a:spcPts val="1200"/>
              </a:spcAft>
              <a:buNone/>
              <a:defRPr sz="1600" b="0"/>
            </a:lvl1pPr>
          </a:lstStyle>
          <a:p>
            <a:pPr lvl="0"/>
            <a:r>
              <a:rPr lang="en-US"/>
              <a:t>Name</a:t>
            </a:r>
          </a:p>
        </p:txBody>
      </p:sp>
      <p:sp>
        <p:nvSpPr>
          <p:cNvPr id="53" name="Text Placeholder 7">
            <a:extLst>
              <a:ext uri="{FF2B5EF4-FFF2-40B4-BE49-F238E27FC236}">
                <a16:creationId xmlns:a16="http://schemas.microsoft.com/office/drawing/2014/main" id="{0F7B8E3F-F073-A7F4-61F2-7DDF85C706FF}"/>
              </a:ext>
            </a:extLst>
          </p:cNvPr>
          <p:cNvSpPr>
            <a:spLocks noGrp="1"/>
          </p:cNvSpPr>
          <p:nvPr>
            <p:ph type="body" sz="quarter" idx="46" hasCustomPrompt="1"/>
          </p:nvPr>
        </p:nvSpPr>
        <p:spPr>
          <a:xfrm>
            <a:off x="6197622" y="5510052"/>
            <a:ext cx="2682207" cy="420296"/>
          </a:xfrm>
          <a:prstGeom prst="rect">
            <a:avLst/>
          </a:prstGeom>
        </p:spPr>
        <p:txBody>
          <a:bodyPr>
            <a:noAutofit/>
          </a:bodyPr>
          <a:lstStyle>
            <a:lvl1pPr marL="0" indent="0">
              <a:lnSpc>
                <a:spcPct val="100000"/>
              </a:lnSpc>
              <a:spcBef>
                <a:spcPts val="0"/>
              </a:spcBef>
              <a:spcAft>
                <a:spcPts val="1200"/>
              </a:spcAft>
              <a:buNone/>
              <a:defRPr sz="1600" b="0"/>
            </a:lvl1pPr>
          </a:lstStyle>
          <a:p>
            <a:pPr lvl="0"/>
            <a:r>
              <a:rPr lang="en-US"/>
              <a:t>Name</a:t>
            </a:r>
          </a:p>
        </p:txBody>
      </p:sp>
      <p:sp>
        <p:nvSpPr>
          <p:cNvPr id="54" name="Text Placeholder 7">
            <a:extLst>
              <a:ext uri="{FF2B5EF4-FFF2-40B4-BE49-F238E27FC236}">
                <a16:creationId xmlns:a16="http://schemas.microsoft.com/office/drawing/2014/main" id="{543D65C9-244C-31CF-1816-0ADDE9EE2C3A}"/>
              </a:ext>
            </a:extLst>
          </p:cNvPr>
          <p:cNvSpPr>
            <a:spLocks noGrp="1"/>
          </p:cNvSpPr>
          <p:nvPr>
            <p:ph type="body" sz="quarter" idx="47" hasCustomPrompt="1"/>
          </p:nvPr>
        </p:nvSpPr>
        <p:spPr>
          <a:xfrm>
            <a:off x="9083071" y="5510051"/>
            <a:ext cx="2682207" cy="420289"/>
          </a:xfrm>
          <a:prstGeom prst="rect">
            <a:avLst/>
          </a:prstGeom>
        </p:spPr>
        <p:txBody>
          <a:bodyPr>
            <a:noAutofit/>
          </a:bodyPr>
          <a:lstStyle>
            <a:lvl1pPr marL="0" indent="0">
              <a:lnSpc>
                <a:spcPct val="100000"/>
              </a:lnSpc>
              <a:spcBef>
                <a:spcPts val="0"/>
              </a:spcBef>
              <a:spcAft>
                <a:spcPts val="1200"/>
              </a:spcAft>
              <a:buNone/>
              <a:defRPr sz="1600" b="0"/>
            </a:lvl1pPr>
          </a:lstStyle>
          <a:p>
            <a:pPr lvl="0"/>
            <a:r>
              <a:rPr lang="en-US"/>
              <a:t>Name</a:t>
            </a:r>
          </a:p>
        </p:txBody>
      </p:sp>
    </p:spTree>
    <p:extLst>
      <p:ext uri="{BB962C8B-B14F-4D97-AF65-F5344CB8AC3E}">
        <p14:creationId xmlns:p14="http://schemas.microsoft.com/office/powerpoint/2010/main" val="58825301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5_Acknowledgements - dark">
    <p:bg>
      <p:bgPr>
        <a:solidFill>
          <a:srgbClr val="112E51"/>
        </a:solidFill>
        <a:effectLst/>
      </p:bgPr>
    </p:bg>
    <p:spTree>
      <p:nvGrpSpPr>
        <p:cNvPr id="1" name=""/>
        <p:cNvGrpSpPr/>
        <p:nvPr/>
      </p:nvGrpSpPr>
      <p:grpSpPr>
        <a:xfrm>
          <a:off x="0" y="0"/>
          <a:ext cx="0" cy="0"/>
          <a:chOff x="0" y="0"/>
          <a:chExt cx="0" cy="0"/>
        </a:xfrm>
      </p:grpSpPr>
      <p:pic>
        <p:nvPicPr>
          <p:cNvPr id="2" name="Graphic 1">
            <a:extLst>
              <a:ext uri="{FF2B5EF4-FFF2-40B4-BE49-F238E27FC236}">
                <a16:creationId xmlns:a16="http://schemas.microsoft.com/office/drawing/2014/main" id="{A49551E1-2B60-1B3A-6490-862DCFE22157}"/>
              </a:ext>
            </a:extLst>
          </p:cNvPr>
          <p:cNvPicPr>
            <a:picLocks/>
          </p:cNvPicPr>
          <p:nvPr userDrawn="1"/>
        </p:nvPicPr>
        <p:blipFill>
          <a:blip>
            <a:extLst>
              <a:ext uri="{96DAC541-7B7A-43D3-8B79-37D633B846F1}">
                <asvg:svgBlip xmlns:asvg="http://schemas.microsoft.com/office/drawing/2016/SVG/main" r:embed="rId2"/>
              </a:ext>
            </a:extLst>
          </a:blip>
          <a:srcRect/>
          <a:stretch/>
        </p:blipFill>
        <p:spPr>
          <a:xfrm>
            <a:off x="0" y="6746581"/>
            <a:ext cx="12192000" cy="109728"/>
          </a:xfrm>
          <a:prstGeom prst="rect">
            <a:avLst/>
          </a:prstGeom>
        </p:spPr>
      </p:pic>
      <p:pic>
        <p:nvPicPr>
          <p:cNvPr id="3" name="Graphic 2">
            <a:extLst>
              <a:ext uri="{FF2B5EF4-FFF2-40B4-BE49-F238E27FC236}">
                <a16:creationId xmlns:a16="http://schemas.microsoft.com/office/drawing/2014/main" id="{C6DA7EB7-1085-4D51-B404-831285C2D30F}"/>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475933" y="6084465"/>
            <a:ext cx="3433337" cy="408409"/>
          </a:xfrm>
          <a:prstGeom prst="rect">
            <a:avLst/>
          </a:prstGeom>
        </p:spPr>
      </p:pic>
      <p:sp>
        <p:nvSpPr>
          <p:cNvPr id="12" name="Text Placeholder 7">
            <a:extLst>
              <a:ext uri="{FF2B5EF4-FFF2-40B4-BE49-F238E27FC236}">
                <a16:creationId xmlns:a16="http://schemas.microsoft.com/office/drawing/2014/main" id="{06A66A67-8AA1-B29D-CB63-5BA7A96642AF}"/>
              </a:ext>
            </a:extLst>
          </p:cNvPr>
          <p:cNvSpPr>
            <a:spLocks noGrp="1"/>
          </p:cNvSpPr>
          <p:nvPr>
            <p:ph type="body" sz="quarter" idx="11" hasCustomPrompt="1"/>
          </p:nvPr>
        </p:nvSpPr>
        <p:spPr>
          <a:xfrm>
            <a:off x="426722" y="2004851"/>
            <a:ext cx="2682207" cy="420308"/>
          </a:xfrm>
          <a:prstGeom prst="rect">
            <a:avLst/>
          </a:prstGeom>
        </p:spPr>
        <p:txBody>
          <a:bodyPr>
            <a:noAutofit/>
          </a:bodyPr>
          <a:lstStyle>
            <a:lvl1pPr marL="0" indent="0">
              <a:lnSpc>
                <a:spcPct val="100000"/>
              </a:lnSpc>
              <a:spcBef>
                <a:spcPts val="0"/>
              </a:spcBef>
              <a:spcAft>
                <a:spcPts val="1200"/>
              </a:spcAft>
              <a:buNone/>
              <a:defRPr sz="1600" b="0">
                <a:solidFill>
                  <a:schemeClr val="bg2"/>
                </a:solidFill>
              </a:defRPr>
            </a:lvl1pPr>
          </a:lstStyle>
          <a:p>
            <a:pPr lvl="0"/>
            <a:r>
              <a:rPr lang="en-US"/>
              <a:t>Name</a:t>
            </a:r>
          </a:p>
        </p:txBody>
      </p:sp>
      <p:sp>
        <p:nvSpPr>
          <p:cNvPr id="13" name="Text Placeholder 7">
            <a:extLst>
              <a:ext uri="{FF2B5EF4-FFF2-40B4-BE49-F238E27FC236}">
                <a16:creationId xmlns:a16="http://schemas.microsoft.com/office/drawing/2014/main" id="{78BFD8E0-8AC9-D341-0EB4-D9BC4CFA91B4}"/>
              </a:ext>
            </a:extLst>
          </p:cNvPr>
          <p:cNvSpPr>
            <a:spLocks noGrp="1"/>
          </p:cNvSpPr>
          <p:nvPr>
            <p:ph type="body" sz="quarter" idx="17" hasCustomPrompt="1"/>
          </p:nvPr>
        </p:nvSpPr>
        <p:spPr>
          <a:xfrm>
            <a:off x="3312172" y="2004852"/>
            <a:ext cx="2682207" cy="420300"/>
          </a:xfrm>
          <a:prstGeom prst="rect">
            <a:avLst/>
          </a:prstGeom>
        </p:spPr>
        <p:txBody>
          <a:bodyPr>
            <a:noAutofit/>
          </a:bodyPr>
          <a:lstStyle>
            <a:lvl1pPr marL="0" indent="0">
              <a:lnSpc>
                <a:spcPct val="100000"/>
              </a:lnSpc>
              <a:spcBef>
                <a:spcPts val="0"/>
              </a:spcBef>
              <a:spcAft>
                <a:spcPts val="1200"/>
              </a:spcAft>
              <a:buNone/>
              <a:defRPr sz="1600" b="0">
                <a:solidFill>
                  <a:schemeClr val="bg2"/>
                </a:solidFill>
              </a:defRPr>
            </a:lvl1pPr>
          </a:lstStyle>
          <a:p>
            <a:pPr lvl="0"/>
            <a:r>
              <a:rPr lang="en-US"/>
              <a:t>Name</a:t>
            </a:r>
          </a:p>
        </p:txBody>
      </p:sp>
      <p:sp>
        <p:nvSpPr>
          <p:cNvPr id="14" name="Text Placeholder 7">
            <a:extLst>
              <a:ext uri="{FF2B5EF4-FFF2-40B4-BE49-F238E27FC236}">
                <a16:creationId xmlns:a16="http://schemas.microsoft.com/office/drawing/2014/main" id="{B78DAB82-4A89-8F55-4A57-31153C2D0B96}"/>
              </a:ext>
            </a:extLst>
          </p:cNvPr>
          <p:cNvSpPr>
            <a:spLocks noGrp="1"/>
          </p:cNvSpPr>
          <p:nvPr>
            <p:ph type="body" sz="quarter" idx="18" hasCustomPrompt="1"/>
          </p:nvPr>
        </p:nvSpPr>
        <p:spPr>
          <a:xfrm>
            <a:off x="6197622" y="2004852"/>
            <a:ext cx="2682207" cy="420296"/>
          </a:xfrm>
          <a:prstGeom prst="rect">
            <a:avLst/>
          </a:prstGeom>
        </p:spPr>
        <p:txBody>
          <a:bodyPr>
            <a:noAutofit/>
          </a:bodyPr>
          <a:lstStyle>
            <a:lvl1pPr marL="0" indent="0">
              <a:lnSpc>
                <a:spcPct val="100000"/>
              </a:lnSpc>
              <a:spcBef>
                <a:spcPts val="0"/>
              </a:spcBef>
              <a:spcAft>
                <a:spcPts val="1200"/>
              </a:spcAft>
              <a:buNone/>
              <a:defRPr sz="1600" b="0">
                <a:solidFill>
                  <a:schemeClr val="bg2"/>
                </a:solidFill>
              </a:defRPr>
            </a:lvl1pPr>
          </a:lstStyle>
          <a:p>
            <a:pPr lvl="0"/>
            <a:r>
              <a:rPr lang="en-US"/>
              <a:t>Name</a:t>
            </a:r>
          </a:p>
        </p:txBody>
      </p:sp>
      <p:sp>
        <p:nvSpPr>
          <p:cNvPr id="15" name="Text Placeholder 7">
            <a:extLst>
              <a:ext uri="{FF2B5EF4-FFF2-40B4-BE49-F238E27FC236}">
                <a16:creationId xmlns:a16="http://schemas.microsoft.com/office/drawing/2014/main" id="{46B3D5C8-5300-F151-7C17-58914A918A6B}"/>
              </a:ext>
            </a:extLst>
          </p:cNvPr>
          <p:cNvSpPr>
            <a:spLocks noGrp="1"/>
          </p:cNvSpPr>
          <p:nvPr>
            <p:ph type="body" sz="quarter" idx="19" hasCustomPrompt="1"/>
          </p:nvPr>
        </p:nvSpPr>
        <p:spPr>
          <a:xfrm>
            <a:off x="9083071" y="2004851"/>
            <a:ext cx="2682207" cy="420289"/>
          </a:xfrm>
          <a:prstGeom prst="rect">
            <a:avLst/>
          </a:prstGeom>
        </p:spPr>
        <p:txBody>
          <a:bodyPr>
            <a:noAutofit/>
          </a:bodyPr>
          <a:lstStyle>
            <a:lvl1pPr marL="0" indent="0">
              <a:lnSpc>
                <a:spcPct val="100000"/>
              </a:lnSpc>
              <a:spcBef>
                <a:spcPts val="0"/>
              </a:spcBef>
              <a:spcAft>
                <a:spcPts val="1200"/>
              </a:spcAft>
              <a:buNone/>
              <a:defRPr sz="1600" b="0">
                <a:solidFill>
                  <a:schemeClr val="bg2"/>
                </a:solidFill>
              </a:defRPr>
            </a:lvl1pPr>
          </a:lstStyle>
          <a:p>
            <a:pPr lvl="0"/>
            <a:r>
              <a:rPr lang="en-US"/>
              <a:t>Name</a:t>
            </a:r>
          </a:p>
        </p:txBody>
      </p:sp>
      <p:sp>
        <p:nvSpPr>
          <p:cNvPr id="16" name="Title 1">
            <a:extLst>
              <a:ext uri="{FF2B5EF4-FFF2-40B4-BE49-F238E27FC236}">
                <a16:creationId xmlns:a16="http://schemas.microsoft.com/office/drawing/2014/main" id="{3274ED7C-5EF7-AABE-7C28-9E139B442E19}"/>
              </a:ext>
            </a:extLst>
          </p:cNvPr>
          <p:cNvSpPr>
            <a:spLocks noGrp="1"/>
          </p:cNvSpPr>
          <p:nvPr>
            <p:ph type="title" hasCustomPrompt="1"/>
          </p:nvPr>
        </p:nvSpPr>
        <p:spPr>
          <a:xfrm>
            <a:off x="426720" y="365126"/>
            <a:ext cx="5513710" cy="1017108"/>
          </a:xfrm>
        </p:spPr>
        <p:txBody>
          <a:bodyPr anchor="t"/>
          <a:lstStyle>
            <a:lvl1pPr>
              <a:defRPr>
                <a:solidFill>
                  <a:schemeClr val="bg1"/>
                </a:solidFill>
              </a:defRPr>
            </a:lvl1pPr>
          </a:lstStyle>
          <a:p>
            <a:r>
              <a:rPr lang="en-US"/>
              <a:t>Headline</a:t>
            </a:r>
          </a:p>
        </p:txBody>
      </p:sp>
      <p:sp>
        <p:nvSpPr>
          <p:cNvPr id="17" name="Text Placeholder 5">
            <a:extLst>
              <a:ext uri="{FF2B5EF4-FFF2-40B4-BE49-F238E27FC236}">
                <a16:creationId xmlns:a16="http://schemas.microsoft.com/office/drawing/2014/main" id="{83BD6A4D-C5E3-5AC9-0766-76995C034D44}"/>
              </a:ext>
            </a:extLst>
          </p:cNvPr>
          <p:cNvSpPr>
            <a:spLocks noGrp="1"/>
          </p:cNvSpPr>
          <p:nvPr>
            <p:ph type="body" sz="quarter" idx="16" hasCustomPrompt="1"/>
          </p:nvPr>
        </p:nvSpPr>
        <p:spPr>
          <a:xfrm>
            <a:off x="6283376" y="365195"/>
            <a:ext cx="5481903" cy="1017039"/>
          </a:xfrm>
          <a:prstGeom prst="rect">
            <a:avLst/>
          </a:prstGeom>
        </p:spPr>
        <p:txBody>
          <a:bodyPr anchor="ctr">
            <a:noAutofit/>
          </a:bodyPr>
          <a:lstStyle>
            <a:lvl1pPr marL="0" indent="0">
              <a:lnSpc>
                <a:spcPct val="100000"/>
              </a:lnSpc>
              <a:buNone/>
              <a:defRPr sz="2000">
                <a:solidFill>
                  <a:schemeClr val="accent3">
                    <a:lumMod val="60000"/>
                    <a:lumOff val="40000"/>
                  </a:schemeClr>
                </a:solidFill>
              </a:defRPr>
            </a:lvl1pPr>
          </a:lstStyle>
          <a:p>
            <a:pPr lvl="0"/>
            <a:r>
              <a:rPr lang="en-US"/>
              <a:t>This research was supported by the Intramural Research Program of the NIH, National Library of Medicine.</a:t>
            </a:r>
          </a:p>
        </p:txBody>
      </p:sp>
      <p:cxnSp>
        <p:nvCxnSpPr>
          <p:cNvPr id="18" name="Straight Connector 17">
            <a:extLst>
              <a:ext uri="{FF2B5EF4-FFF2-40B4-BE49-F238E27FC236}">
                <a16:creationId xmlns:a16="http://schemas.microsoft.com/office/drawing/2014/main" id="{3655BACE-D303-C4BD-C718-BBD432438493}"/>
              </a:ext>
              <a:ext uri="{C183D7F6-B498-43B3-948B-1728B52AA6E4}">
                <adec:decorative xmlns:adec="http://schemas.microsoft.com/office/drawing/2017/decorative" val="1"/>
              </a:ext>
            </a:extLst>
          </p:cNvPr>
          <p:cNvCxnSpPr>
            <a:cxnSpLocks/>
          </p:cNvCxnSpPr>
          <p:nvPr userDrawn="1"/>
        </p:nvCxnSpPr>
        <p:spPr>
          <a:xfrm flipH="1">
            <a:off x="426720" y="1929688"/>
            <a:ext cx="2682209" cy="0"/>
          </a:xfrm>
          <a:prstGeom prst="line">
            <a:avLst/>
          </a:prstGeom>
          <a:ln w="9525">
            <a:solidFill>
              <a:schemeClr val="accent3">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BE5B420F-B57E-4E9C-F541-04613B14070D}"/>
              </a:ext>
              <a:ext uri="{C183D7F6-B498-43B3-948B-1728B52AA6E4}">
                <adec:decorative xmlns:adec="http://schemas.microsoft.com/office/drawing/2017/decorative" val="1"/>
              </a:ext>
            </a:extLst>
          </p:cNvPr>
          <p:cNvCxnSpPr>
            <a:cxnSpLocks/>
          </p:cNvCxnSpPr>
          <p:nvPr userDrawn="1"/>
        </p:nvCxnSpPr>
        <p:spPr>
          <a:xfrm flipH="1">
            <a:off x="3295816" y="1929688"/>
            <a:ext cx="2682209" cy="0"/>
          </a:xfrm>
          <a:prstGeom prst="line">
            <a:avLst/>
          </a:prstGeom>
          <a:ln w="9525">
            <a:solidFill>
              <a:schemeClr val="accent3">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7C3C409A-4322-1DA2-0A92-91F62DF76FA6}"/>
              </a:ext>
              <a:ext uri="{C183D7F6-B498-43B3-948B-1728B52AA6E4}">
                <adec:decorative xmlns:adec="http://schemas.microsoft.com/office/drawing/2017/decorative" val="1"/>
              </a:ext>
            </a:extLst>
          </p:cNvPr>
          <p:cNvCxnSpPr>
            <a:cxnSpLocks/>
          </p:cNvCxnSpPr>
          <p:nvPr userDrawn="1"/>
        </p:nvCxnSpPr>
        <p:spPr>
          <a:xfrm flipH="1">
            <a:off x="6184790" y="1929688"/>
            <a:ext cx="2682209" cy="0"/>
          </a:xfrm>
          <a:prstGeom prst="line">
            <a:avLst/>
          </a:prstGeom>
          <a:ln w="9525">
            <a:solidFill>
              <a:schemeClr val="accent3">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07433C17-6E55-6729-4B71-90C1C5D0AACB}"/>
              </a:ext>
              <a:ext uri="{C183D7F6-B498-43B3-948B-1728B52AA6E4}">
                <adec:decorative xmlns:adec="http://schemas.microsoft.com/office/drawing/2017/decorative" val="1"/>
              </a:ext>
            </a:extLst>
          </p:cNvPr>
          <p:cNvCxnSpPr>
            <a:cxnSpLocks/>
          </p:cNvCxnSpPr>
          <p:nvPr userDrawn="1"/>
        </p:nvCxnSpPr>
        <p:spPr>
          <a:xfrm flipH="1">
            <a:off x="9067138" y="1929688"/>
            <a:ext cx="2682209" cy="0"/>
          </a:xfrm>
          <a:prstGeom prst="line">
            <a:avLst/>
          </a:prstGeom>
          <a:ln w="9525">
            <a:solidFill>
              <a:schemeClr val="accent3">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4920AA62-E612-D965-1F88-E6F1009AE41D}"/>
              </a:ext>
              <a:ext uri="{C183D7F6-B498-43B3-948B-1728B52AA6E4}">
                <adec:decorative xmlns:adec="http://schemas.microsoft.com/office/drawing/2017/decorative" val="1"/>
              </a:ext>
            </a:extLst>
          </p:cNvPr>
          <p:cNvCxnSpPr>
            <a:cxnSpLocks/>
          </p:cNvCxnSpPr>
          <p:nvPr userDrawn="1"/>
        </p:nvCxnSpPr>
        <p:spPr>
          <a:xfrm flipV="1">
            <a:off x="6111903" y="365126"/>
            <a:ext cx="0" cy="1017108"/>
          </a:xfrm>
          <a:prstGeom prst="line">
            <a:avLst/>
          </a:prstGeom>
          <a:ln w="9525">
            <a:solidFill>
              <a:schemeClr val="accent3">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23" name="Text Placeholder 7">
            <a:extLst>
              <a:ext uri="{FF2B5EF4-FFF2-40B4-BE49-F238E27FC236}">
                <a16:creationId xmlns:a16="http://schemas.microsoft.com/office/drawing/2014/main" id="{F4678C97-353D-718B-C7D3-856CA7BA54EA}"/>
              </a:ext>
            </a:extLst>
          </p:cNvPr>
          <p:cNvSpPr>
            <a:spLocks noGrp="1"/>
          </p:cNvSpPr>
          <p:nvPr>
            <p:ph type="body" sz="quarter" idx="20" hasCustomPrompt="1"/>
          </p:nvPr>
        </p:nvSpPr>
        <p:spPr>
          <a:xfrm>
            <a:off x="426722" y="2501808"/>
            <a:ext cx="2682207" cy="420308"/>
          </a:xfrm>
          <a:prstGeom prst="rect">
            <a:avLst/>
          </a:prstGeom>
        </p:spPr>
        <p:txBody>
          <a:bodyPr>
            <a:noAutofit/>
          </a:bodyPr>
          <a:lstStyle>
            <a:lvl1pPr marL="0" indent="0">
              <a:lnSpc>
                <a:spcPct val="100000"/>
              </a:lnSpc>
              <a:spcBef>
                <a:spcPts val="0"/>
              </a:spcBef>
              <a:spcAft>
                <a:spcPts val="1200"/>
              </a:spcAft>
              <a:buNone/>
              <a:defRPr sz="1600" b="0">
                <a:solidFill>
                  <a:schemeClr val="bg2"/>
                </a:solidFill>
              </a:defRPr>
            </a:lvl1pPr>
          </a:lstStyle>
          <a:p>
            <a:pPr lvl="0"/>
            <a:r>
              <a:rPr lang="en-US"/>
              <a:t>Name</a:t>
            </a:r>
          </a:p>
        </p:txBody>
      </p:sp>
      <p:sp>
        <p:nvSpPr>
          <p:cNvPr id="24" name="Text Placeholder 7">
            <a:extLst>
              <a:ext uri="{FF2B5EF4-FFF2-40B4-BE49-F238E27FC236}">
                <a16:creationId xmlns:a16="http://schemas.microsoft.com/office/drawing/2014/main" id="{C99EDFFC-C024-9A76-8088-04C8F0CEE0CD}"/>
              </a:ext>
            </a:extLst>
          </p:cNvPr>
          <p:cNvSpPr>
            <a:spLocks noGrp="1"/>
          </p:cNvSpPr>
          <p:nvPr>
            <p:ph type="body" sz="quarter" idx="21" hasCustomPrompt="1"/>
          </p:nvPr>
        </p:nvSpPr>
        <p:spPr>
          <a:xfrm>
            <a:off x="3312172" y="2501809"/>
            <a:ext cx="2682207" cy="420300"/>
          </a:xfrm>
          <a:prstGeom prst="rect">
            <a:avLst/>
          </a:prstGeom>
        </p:spPr>
        <p:txBody>
          <a:bodyPr>
            <a:noAutofit/>
          </a:bodyPr>
          <a:lstStyle>
            <a:lvl1pPr marL="0" indent="0">
              <a:lnSpc>
                <a:spcPct val="100000"/>
              </a:lnSpc>
              <a:spcBef>
                <a:spcPts val="0"/>
              </a:spcBef>
              <a:spcAft>
                <a:spcPts val="1200"/>
              </a:spcAft>
              <a:buNone/>
              <a:defRPr sz="1600" b="0">
                <a:solidFill>
                  <a:schemeClr val="bg2"/>
                </a:solidFill>
              </a:defRPr>
            </a:lvl1pPr>
          </a:lstStyle>
          <a:p>
            <a:pPr lvl="0"/>
            <a:r>
              <a:rPr lang="en-US"/>
              <a:t>Name</a:t>
            </a:r>
          </a:p>
        </p:txBody>
      </p:sp>
      <p:sp>
        <p:nvSpPr>
          <p:cNvPr id="25" name="Text Placeholder 7">
            <a:extLst>
              <a:ext uri="{FF2B5EF4-FFF2-40B4-BE49-F238E27FC236}">
                <a16:creationId xmlns:a16="http://schemas.microsoft.com/office/drawing/2014/main" id="{FBD657C7-13F8-FC36-8BA4-397DFD2DD2AD}"/>
              </a:ext>
            </a:extLst>
          </p:cNvPr>
          <p:cNvSpPr>
            <a:spLocks noGrp="1"/>
          </p:cNvSpPr>
          <p:nvPr>
            <p:ph type="body" sz="quarter" idx="22" hasCustomPrompt="1"/>
          </p:nvPr>
        </p:nvSpPr>
        <p:spPr>
          <a:xfrm>
            <a:off x="6197622" y="2501809"/>
            <a:ext cx="2682207" cy="420296"/>
          </a:xfrm>
          <a:prstGeom prst="rect">
            <a:avLst/>
          </a:prstGeom>
        </p:spPr>
        <p:txBody>
          <a:bodyPr>
            <a:noAutofit/>
          </a:bodyPr>
          <a:lstStyle>
            <a:lvl1pPr marL="0" indent="0">
              <a:lnSpc>
                <a:spcPct val="100000"/>
              </a:lnSpc>
              <a:spcBef>
                <a:spcPts val="0"/>
              </a:spcBef>
              <a:spcAft>
                <a:spcPts val="1200"/>
              </a:spcAft>
              <a:buNone/>
              <a:defRPr sz="1600" b="0">
                <a:solidFill>
                  <a:schemeClr val="bg2"/>
                </a:solidFill>
              </a:defRPr>
            </a:lvl1pPr>
          </a:lstStyle>
          <a:p>
            <a:pPr lvl="0"/>
            <a:r>
              <a:rPr lang="en-US"/>
              <a:t>Name</a:t>
            </a:r>
          </a:p>
        </p:txBody>
      </p:sp>
      <p:sp>
        <p:nvSpPr>
          <p:cNvPr id="26" name="Text Placeholder 7">
            <a:extLst>
              <a:ext uri="{FF2B5EF4-FFF2-40B4-BE49-F238E27FC236}">
                <a16:creationId xmlns:a16="http://schemas.microsoft.com/office/drawing/2014/main" id="{E1CE904B-65D6-92E0-B60A-5E063D731713}"/>
              </a:ext>
            </a:extLst>
          </p:cNvPr>
          <p:cNvSpPr>
            <a:spLocks noGrp="1"/>
          </p:cNvSpPr>
          <p:nvPr>
            <p:ph type="body" sz="quarter" idx="23" hasCustomPrompt="1"/>
          </p:nvPr>
        </p:nvSpPr>
        <p:spPr>
          <a:xfrm>
            <a:off x="9083071" y="2501808"/>
            <a:ext cx="2682207" cy="420289"/>
          </a:xfrm>
          <a:prstGeom prst="rect">
            <a:avLst/>
          </a:prstGeom>
        </p:spPr>
        <p:txBody>
          <a:bodyPr>
            <a:noAutofit/>
          </a:bodyPr>
          <a:lstStyle>
            <a:lvl1pPr marL="0" indent="0">
              <a:lnSpc>
                <a:spcPct val="100000"/>
              </a:lnSpc>
              <a:spcBef>
                <a:spcPts val="0"/>
              </a:spcBef>
              <a:spcAft>
                <a:spcPts val="1200"/>
              </a:spcAft>
              <a:buNone/>
              <a:defRPr sz="1600" b="0">
                <a:solidFill>
                  <a:schemeClr val="bg2"/>
                </a:solidFill>
              </a:defRPr>
            </a:lvl1pPr>
          </a:lstStyle>
          <a:p>
            <a:pPr lvl="0"/>
            <a:r>
              <a:rPr lang="en-US"/>
              <a:t>Name</a:t>
            </a:r>
          </a:p>
        </p:txBody>
      </p:sp>
      <p:sp>
        <p:nvSpPr>
          <p:cNvPr id="27" name="Text Placeholder 7">
            <a:extLst>
              <a:ext uri="{FF2B5EF4-FFF2-40B4-BE49-F238E27FC236}">
                <a16:creationId xmlns:a16="http://schemas.microsoft.com/office/drawing/2014/main" id="{68DBB60D-4611-5A0D-13D2-B86C33F46EA8}"/>
              </a:ext>
            </a:extLst>
          </p:cNvPr>
          <p:cNvSpPr>
            <a:spLocks noGrp="1"/>
          </p:cNvSpPr>
          <p:nvPr>
            <p:ph type="body" sz="quarter" idx="24" hasCustomPrompt="1"/>
          </p:nvPr>
        </p:nvSpPr>
        <p:spPr>
          <a:xfrm>
            <a:off x="426722" y="2998764"/>
            <a:ext cx="2682207" cy="420308"/>
          </a:xfrm>
          <a:prstGeom prst="rect">
            <a:avLst/>
          </a:prstGeom>
        </p:spPr>
        <p:txBody>
          <a:bodyPr>
            <a:noAutofit/>
          </a:bodyPr>
          <a:lstStyle>
            <a:lvl1pPr marL="0" indent="0">
              <a:lnSpc>
                <a:spcPct val="100000"/>
              </a:lnSpc>
              <a:spcBef>
                <a:spcPts val="0"/>
              </a:spcBef>
              <a:spcAft>
                <a:spcPts val="1200"/>
              </a:spcAft>
              <a:buNone/>
              <a:defRPr sz="1600" b="0">
                <a:solidFill>
                  <a:schemeClr val="bg2"/>
                </a:solidFill>
              </a:defRPr>
            </a:lvl1pPr>
          </a:lstStyle>
          <a:p>
            <a:pPr lvl="0"/>
            <a:r>
              <a:rPr lang="en-US"/>
              <a:t>Name</a:t>
            </a:r>
          </a:p>
        </p:txBody>
      </p:sp>
      <p:sp>
        <p:nvSpPr>
          <p:cNvPr id="28" name="Text Placeholder 7">
            <a:extLst>
              <a:ext uri="{FF2B5EF4-FFF2-40B4-BE49-F238E27FC236}">
                <a16:creationId xmlns:a16="http://schemas.microsoft.com/office/drawing/2014/main" id="{83CA0F78-A225-8EA3-0535-300EBAE61FC0}"/>
              </a:ext>
            </a:extLst>
          </p:cNvPr>
          <p:cNvSpPr>
            <a:spLocks noGrp="1"/>
          </p:cNvSpPr>
          <p:nvPr>
            <p:ph type="body" sz="quarter" idx="25" hasCustomPrompt="1"/>
          </p:nvPr>
        </p:nvSpPr>
        <p:spPr>
          <a:xfrm>
            <a:off x="3312172" y="2998765"/>
            <a:ext cx="2682207" cy="420300"/>
          </a:xfrm>
          <a:prstGeom prst="rect">
            <a:avLst/>
          </a:prstGeom>
        </p:spPr>
        <p:txBody>
          <a:bodyPr>
            <a:noAutofit/>
          </a:bodyPr>
          <a:lstStyle>
            <a:lvl1pPr marL="0" indent="0">
              <a:lnSpc>
                <a:spcPct val="100000"/>
              </a:lnSpc>
              <a:spcBef>
                <a:spcPts val="0"/>
              </a:spcBef>
              <a:spcAft>
                <a:spcPts val="1200"/>
              </a:spcAft>
              <a:buNone/>
              <a:defRPr sz="1600" b="0">
                <a:solidFill>
                  <a:schemeClr val="bg2"/>
                </a:solidFill>
              </a:defRPr>
            </a:lvl1pPr>
          </a:lstStyle>
          <a:p>
            <a:pPr lvl="0"/>
            <a:r>
              <a:rPr lang="en-US"/>
              <a:t>Name</a:t>
            </a:r>
          </a:p>
        </p:txBody>
      </p:sp>
      <p:sp>
        <p:nvSpPr>
          <p:cNvPr id="29" name="Text Placeholder 7">
            <a:extLst>
              <a:ext uri="{FF2B5EF4-FFF2-40B4-BE49-F238E27FC236}">
                <a16:creationId xmlns:a16="http://schemas.microsoft.com/office/drawing/2014/main" id="{7C9AAB5D-ACC6-119E-353F-6A2A094BBFA9}"/>
              </a:ext>
            </a:extLst>
          </p:cNvPr>
          <p:cNvSpPr>
            <a:spLocks noGrp="1"/>
          </p:cNvSpPr>
          <p:nvPr>
            <p:ph type="body" sz="quarter" idx="26" hasCustomPrompt="1"/>
          </p:nvPr>
        </p:nvSpPr>
        <p:spPr>
          <a:xfrm>
            <a:off x="6197622" y="2998765"/>
            <a:ext cx="2682207" cy="420296"/>
          </a:xfrm>
          <a:prstGeom prst="rect">
            <a:avLst/>
          </a:prstGeom>
        </p:spPr>
        <p:txBody>
          <a:bodyPr>
            <a:noAutofit/>
          </a:bodyPr>
          <a:lstStyle>
            <a:lvl1pPr marL="0" indent="0">
              <a:lnSpc>
                <a:spcPct val="100000"/>
              </a:lnSpc>
              <a:spcBef>
                <a:spcPts val="0"/>
              </a:spcBef>
              <a:spcAft>
                <a:spcPts val="1200"/>
              </a:spcAft>
              <a:buNone/>
              <a:defRPr sz="1600" b="0">
                <a:solidFill>
                  <a:schemeClr val="bg2"/>
                </a:solidFill>
              </a:defRPr>
            </a:lvl1pPr>
          </a:lstStyle>
          <a:p>
            <a:pPr lvl="0"/>
            <a:r>
              <a:rPr lang="en-US"/>
              <a:t>Name</a:t>
            </a:r>
          </a:p>
        </p:txBody>
      </p:sp>
      <p:sp>
        <p:nvSpPr>
          <p:cNvPr id="30" name="Text Placeholder 7">
            <a:extLst>
              <a:ext uri="{FF2B5EF4-FFF2-40B4-BE49-F238E27FC236}">
                <a16:creationId xmlns:a16="http://schemas.microsoft.com/office/drawing/2014/main" id="{B62407F9-3AF4-DD41-FF99-47FC0E23D3A3}"/>
              </a:ext>
            </a:extLst>
          </p:cNvPr>
          <p:cNvSpPr>
            <a:spLocks noGrp="1"/>
          </p:cNvSpPr>
          <p:nvPr>
            <p:ph type="body" sz="quarter" idx="27" hasCustomPrompt="1"/>
          </p:nvPr>
        </p:nvSpPr>
        <p:spPr>
          <a:xfrm>
            <a:off x="9083071" y="2998764"/>
            <a:ext cx="2682207" cy="420289"/>
          </a:xfrm>
          <a:prstGeom prst="rect">
            <a:avLst/>
          </a:prstGeom>
        </p:spPr>
        <p:txBody>
          <a:bodyPr>
            <a:noAutofit/>
          </a:bodyPr>
          <a:lstStyle>
            <a:lvl1pPr marL="0" indent="0">
              <a:lnSpc>
                <a:spcPct val="100000"/>
              </a:lnSpc>
              <a:spcBef>
                <a:spcPts val="0"/>
              </a:spcBef>
              <a:spcAft>
                <a:spcPts val="1200"/>
              </a:spcAft>
              <a:buNone/>
              <a:defRPr sz="1600" b="0">
                <a:solidFill>
                  <a:schemeClr val="bg2"/>
                </a:solidFill>
              </a:defRPr>
            </a:lvl1pPr>
          </a:lstStyle>
          <a:p>
            <a:pPr lvl="0"/>
            <a:r>
              <a:rPr lang="en-US"/>
              <a:t>Name</a:t>
            </a:r>
          </a:p>
        </p:txBody>
      </p:sp>
      <p:sp>
        <p:nvSpPr>
          <p:cNvPr id="31" name="Text Placeholder 7">
            <a:extLst>
              <a:ext uri="{FF2B5EF4-FFF2-40B4-BE49-F238E27FC236}">
                <a16:creationId xmlns:a16="http://schemas.microsoft.com/office/drawing/2014/main" id="{85057305-3D0F-D202-D22B-D80A017A0F94}"/>
              </a:ext>
            </a:extLst>
          </p:cNvPr>
          <p:cNvSpPr>
            <a:spLocks noGrp="1"/>
          </p:cNvSpPr>
          <p:nvPr>
            <p:ph type="body" sz="quarter" idx="28" hasCustomPrompt="1"/>
          </p:nvPr>
        </p:nvSpPr>
        <p:spPr>
          <a:xfrm>
            <a:off x="426722" y="3502347"/>
            <a:ext cx="2682207" cy="420308"/>
          </a:xfrm>
          <a:prstGeom prst="rect">
            <a:avLst/>
          </a:prstGeom>
        </p:spPr>
        <p:txBody>
          <a:bodyPr>
            <a:noAutofit/>
          </a:bodyPr>
          <a:lstStyle>
            <a:lvl1pPr marL="0" indent="0">
              <a:lnSpc>
                <a:spcPct val="100000"/>
              </a:lnSpc>
              <a:spcBef>
                <a:spcPts val="0"/>
              </a:spcBef>
              <a:spcAft>
                <a:spcPts val="1200"/>
              </a:spcAft>
              <a:buNone/>
              <a:defRPr sz="1600" b="0">
                <a:solidFill>
                  <a:schemeClr val="bg2"/>
                </a:solidFill>
              </a:defRPr>
            </a:lvl1pPr>
          </a:lstStyle>
          <a:p>
            <a:pPr lvl="0"/>
            <a:r>
              <a:rPr lang="en-US"/>
              <a:t>Name</a:t>
            </a:r>
          </a:p>
        </p:txBody>
      </p:sp>
      <p:sp>
        <p:nvSpPr>
          <p:cNvPr id="32" name="Text Placeholder 7">
            <a:extLst>
              <a:ext uri="{FF2B5EF4-FFF2-40B4-BE49-F238E27FC236}">
                <a16:creationId xmlns:a16="http://schemas.microsoft.com/office/drawing/2014/main" id="{C1B28C04-42FA-A1C1-9C6C-E797BB9D9D8C}"/>
              </a:ext>
            </a:extLst>
          </p:cNvPr>
          <p:cNvSpPr>
            <a:spLocks noGrp="1"/>
          </p:cNvSpPr>
          <p:nvPr>
            <p:ph type="body" sz="quarter" idx="29" hasCustomPrompt="1"/>
          </p:nvPr>
        </p:nvSpPr>
        <p:spPr>
          <a:xfrm>
            <a:off x="3312172" y="3502348"/>
            <a:ext cx="2682207" cy="420300"/>
          </a:xfrm>
          <a:prstGeom prst="rect">
            <a:avLst/>
          </a:prstGeom>
        </p:spPr>
        <p:txBody>
          <a:bodyPr>
            <a:noAutofit/>
          </a:bodyPr>
          <a:lstStyle>
            <a:lvl1pPr marL="0" indent="0">
              <a:lnSpc>
                <a:spcPct val="100000"/>
              </a:lnSpc>
              <a:spcBef>
                <a:spcPts val="0"/>
              </a:spcBef>
              <a:spcAft>
                <a:spcPts val="1200"/>
              </a:spcAft>
              <a:buNone/>
              <a:defRPr sz="1600" b="0">
                <a:solidFill>
                  <a:schemeClr val="bg2"/>
                </a:solidFill>
              </a:defRPr>
            </a:lvl1pPr>
          </a:lstStyle>
          <a:p>
            <a:pPr lvl="0"/>
            <a:r>
              <a:rPr lang="en-US"/>
              <a:t>Name</a:t>
            </a:r>
          </a:p>
        </p:txBody>
      </p:sp>
      <p:sp>
        <p:nvSpPr>
          <p:cNvPr id="33" name="Text Placeholder 7">
            <a:extLst>
              <a:ext uri="{FF2B5EF4-FFF2-40B4-BE49-F238E27FC236}">
                <a16:creationId xmlns:a16="http://schemas.microsoft.com/office/drawing/2014/main" id="{C3733A55-F3E7-80E9-94AF-625760AA4570}"/>
              </a:ext>
            </a:extLst>
          </p:cNvPr>
          <p:cNvSpPr>
            <a:spLocks noGrp="1"/>
          </p:cNvSpPr>
          <p:nvPr>
            <p:ph type="body" sz="quarter" idx="30" hasCustomPrompt="1"/>
          </p:nvPr>
        </p:nvSpPr>
        <p:spPr>
          <a:xfrm>
            <a:off x="6197622" y="3502348"/>
            <a:ext cx="2682207" cy="420296"/>
          </a:xfrm>
          <a:prstGeom prst="rect">
            <a:avLst/>
          </a:prstGeom>
        </p:spPr>
        <p:txBody>
          <a:bodyPr>
            <a:noAutofit/>
          </a:bodyPr>
          <a:lstStyle>
            <a:lvl1pPr marL="0" indent="0">
              <a:lnSpc>
                <a:spcPct val="100000"/>
              </a:lnSpc>
              <a:spcBef>
                <a:spcPts val="0"/>
              </a:spcBef>
              <a:spcAft>
                <a:spcPts val="1200"/>
              </a:spcAft>
              <a:buNone/>
              <a:defRPr sz="1600" b="0">
                <a:solidFill>
                  <a:schemeClr val="bg2"/>
                </a:solidFill>
              </a:defRPr>
            </a:lvl1pPr>
          </a:lstStyle>
          <a:p>
            <a:pPr lvl="0"/>
            <a:r>
              <a:rPr lang="en-US"/>
              <a:t>Name</a:t>
            </a:r>
          </a:p>
        </p:txBody>
      </p:sp>
      <p:sp>
        <p:nvSpPr>
          <p:cNvPr id="34" name="Text Placeholder 7">
            <a:extLst>
              <a:ext uri="{FF2B5EF4-FFF2-40B4-BE49-F238E27FC236}">
                <a16:creationId xmlns:a16="http://schemas.microsoft.com/office/drawing/2014/main" id="{B0E519D3-28E2-3F77-434F-A3087568F80E}"/>
              </a:ext>
            </a:extLst>
          </p:cNvPr>
          <p:cNvSpPr>
            <a:spLocks noGrp="1"/>
          </p:cNvSpPr>
          <p:nvPr>
            <p:ph type="body" sz="quarter" idx="31" hasCustomPrompt="1"/>
          </p:nvPr>
        </p:nvSpPr>
        <p:spPr>
          <a:xfrm>
            <a:off x="9083071" y="3502347"/>
            <a:ext cx="2682207" cy="420289"/>
          </a:xfrm>
          <a:prstGeom prst="rect">
            <a:avLst/>
          </a:prstGeom>
        </p:spPr>
        <p:txBody>
          <a:bodyPr>
            <a:noAutofit/>
          </a:bodyPr>
          <a:lstStyle>
            <a:lvl1pPr marL="0" indent="0">
              <a:lnSpc>
                <a:spcPct val="100000"/>
              </a:lnSpc>
              <a:spcBef>
                <a:spcPts val="0"/>
              </a:spcBef>
              <a:spcAft>
                <a:spcPts val="1200"/>
              </a:spcAft>
              <a:buNone/>
              <a:defRPr sz="1600" b="0">
                <a:solidFill>
                  <a:schemeClr val="bg2"/>
                </a:solidFill>
              </a:defRPr>
            </a:lvl1pPr>
          </a:lstStyle>
          <a:p>
            <a:pPr lvl="0"/>
            <a:r>
              <a:rPr lang="en-US"/>
              <a:t>Name</a:t>
            </a:r>
          </a:p>
        </p:txBody>
      </p:sp>
      <p:sp>
        <p:nvSpPr>
          <p:cNvPr id="35" name="Text Placeholder 7">
            <a:extLst>
              <a:ext uri="{FF2B5EF4-FFF2-40B4-BE49-F238E27FC236}">
                <a16:creationId xmlns:a16="http://schemas.microsoft.com/office/drawing/2014/main" id="{C0E24C90-88CF-EB17-8AAB-B7120FFF4BC3}"/>
              </a:ext>
            </a:extLst>
          </p:cNvPr>
          <p:cNvSpPr>
            <a:spLocks noGrp="1"/>
          </p:cNvSpPr>
          <p:nvPr>
            <p:ph type="body" sz="quarter" idx="32" hasCustomPrompt="1"/>
          </p:nvPr>
        </p:nvSpPr>
        <p:spPr>
          <a:xfrm>
            <a:off x="426722" y="4005930"/>
            <a:ext cx="2682207" cy="420308"/>
          </a:xfrm>
          <a:prstGeom prst="rect">
            <a:avLst/>
          </a:prstGeom>
        </p:spPr>
        <p:txBody>
          <a:bodyPr>
            <a:noAutofit/>
          </a:bodyPr>
          <a:lstStyle>
            <a:lvl1pPr marL="0" indent="0">
              <a:lnSpc>
                <a:spcPct val="100000"/>
              </a:lnSpc>
              <a:spcBef>
                <a:spcPts val="0"/>
              </a:spcBef>
              <a:spcAft>
                <a:spcPts val="1200"/>
              </a:spcAft>
              <a:buNone/>
              <a:defRPr sz="1600" b="0">
                <a:solidFill>
                  <a:schemeClr val="bg2"/>
                </a:solidFill>
              </a:defRPr>
            </a:lvl1pPr>
          </a:lstStyle>
          <a:p>
            <a:pPr lvl="0"/>
            <a:r>
              <a:rPr lang="en-US"/>
              <a:t>Name</a:t>
            </a:r>
          </a:p>
        </p:txBody>
      </p:sp>
      <p:sp>
        <p:nvSpPr>
          <p:cNvPr id="36" name="Text Placeholder 7">
            <a:extLst>
              <a:ext uri="{FF2B5EF4-FFF2-40B4-BE49-F238E27FC236}">
                <a16:creationId xmlns:a16="http://schemas.microsoft.com/office/drawing/2014/main" id="{3A192949-79BB-46CD-819D-B5D70F422FF6}"/>
              </a:ext>
            </a:extLst>
          </p:cNvPr>
          <p:cNvSpPr>
            <a:spLocks noGrp="1"/>
          </p:cNvSpPr>
          <p:nvPr>
            <p:ph type="body" sz="quarter" idx="33" hasCustomPrompt="1"/>
          </p:nvPr>
        </p:nvSpPr>
        <p:spPr>
          <a:xfrm>
            <a:off x="3312172" y="4005931"/>
            <a:ext cx="2682207" cy="420300"/>
          </a:xfrm>
          <a:prstGeom prst="rect">
            <a:avLst/>
          </a:prstGeom>
        </p:spPr>
        <p:txBody>
          <a:bodyPr>
            <a:noAutofit/>
          </a:bodyPr>
          <a:lstStyle>
            <a:lvl1pPr marL="0" indent="0">
              <a:lnSpc>
                <a:spcPct val="100000"/>
              </a:lnSpc>
              <a:spcBef>
                <a:spcPts val="0"/>
              </a:spcBef>
              <a:spcAft>
                <a:spcPts val="1200"/>
              </a:spcAft>
              <a:buNone/>
              <a:defRPr sz="1600" b="0">
                <a:solidFill>
                  <a:schemeClr val="bg2"/>
                </a:solidFill>
              </a:defRPr>
            </a:lvl1pPr>
          </a:lstStyle>
          <a:p>
            <a:pPr lvl="0"/>
            <a:r>
              <a:rPr lang="en-US"/>
              <a:t>Name</a:t>
            </a:r>
          </a:p>
        </p:txBody>
      </p:sp>
      <p:sp>
        <p:nvSpPr>
          <p:cNvPr id="37" name="Text Placeholder 7">
            <a:extLst>
              <a:ext uri="{FF2B5EF4-FFF2-40B4-BE49-F238E27FC236}">
                <a16:creationId xmlns:a16="http://schemas.microsoft.com/office/drawing/2014/main" id="{D2F40E89-11CC-5188-46E9-0FCA9DEBB5ED}"/>
              </a:ext>
            </a:extLst>
          </p:cNvPr>
          <p:cNvSpPr>
            <a:spLocks noGrp="1"/>
          </p:cNvSpPr>
          <p:nvPr>
            <p:ph type="body" sz="quarter" idx="34" hasCustomPrompt="1"/>
          </p:nvPr>
        </p:nvSpPr>
        <p:spPr>
          <a:xfrm>
            <a:off x="6197622" y="4005931"/>
            <a:ext cx="2682207" cy="420296"/>
          </a:xfrm>
          <a:prstGeom prst="rect">
            <a:avLst/>
          </a:prstGeom>
        </p:spPr>
        <p:txBody>
          <a:bodyPr>
            <a:noAutofit/>
          </a:bodyPr>
          <a:lstStyle>
            <a:lvl1pPr marL="0" indent="0">
              <a:lnSpc>
                <a:spcPct val="100000"/>
              </a:lnSpc>
              <a:spcBef>
                <a:spcPts val="0"/>
              </a:spcBef>
              <a:spcAft>
                <a:spcPts val="1200"/>
              </a:spcAft>
              <a:buNone/>
              <a:defRPr sz="1600" b="0">
                <a:solidFill>
                  <a:schemeClr val="bg2"/>
                </a:solidFill>
              </a:defRPr>
            </a:lvl1pPr>
          </a:lstStyle>
          <a:p>
            <a:pPr lvl="0"/>
            <a:r>
              <a:rPr lang="en-US"/>
              <a:t>Name</a:t>
            </a:r>
          </a:p>
        </p:txBody>
      </p:sp>
      <p:sp>
        <p:nvSpPr>
          <p:cNvPr id="38" name="Text Placeholder 7">
            <a:extLst>
              <a:ext uri="{FF2B5EF4-FFF2-40B4-BE49-F238E27FC236}">
                <a16:creationId xmlns:a16="http://schemas.microsoft.com/office/drawing/2014/main" id="{38553D0E-ECAA-7779-0726-5B46E2E210A9}"/>
              </a:ext>
            </a:extLst>
          </p:cNvPr>
          <p:cNvSpPr>
            <a:spLocks noGrp="1"/>
          </p:cNvSpPr>
          <p:nvPr>
            <p:ph type="body" sz="quarter" idx="35" hasCustomPrompt="1"/>
          </p:nvPr>
        </p:nvSpPr>
        <p:spPr>
          <a:xfrm>
            <a:off x="9083071" y="4005930"/>
            <a:ext cx="2682207" cy="420289"/>
          </a:xfrm>
          <a:prstGeom prst="rect">
            <a:avLst/>
          </a:prstGeom>
        </p:spPr>
        <p:txBody>
          <a:bodyPr>
            <a:noAutofit/>
          </a:bodyPr>
          <a:lstStyle>
            <a:lvl1pPr marL="0" indent="0">
              <a:lnSpc>
                <a:spcPct val="100000"/>
              </a:lnSpc>
              <a:spcBef>
                <a:spcPts val="0"/>
              </a:spcBef>
              <a:spcAft>
                <a:spcPts val="1200"/>
              </a:spcAft>
              <a:buNone/>
              <a:defRPr sz="1600" b="0">
                <a:solidFill>
                  <a:schemeClr val="bg2"/>
                </a:solidFill>
              </a:defRPr>
            </a:lvl1pPr>
          </a:lstStyle>
          <a:p>
            <a:pPr lvl="0"/>
            <a:r>
              <a:rPr lang="en-US"/>
              <a:t>Name</a:t>
            </a:r>
          </a:p>
        </p:txBody>
      </p:sp>
      <p:sp>
        <p:nvSpPr>
          <p:cNvPr id="39" name="Text Placeholder 7">
            <a:extLst>
              <a:ext uri="{FF2B5EF4-FFF2-40B4-BE49-F238E27FC236}">
                <a16:creationId xmlns:a16="http://schemas.microsoft.com/office/drawing/2014/main" id="{E10BFC44-5DF8-E9F8-4806-FE74E33FCF64}"/>
              </a:ext>
            </a:extLst>
          </p:cNvPr>
          <p:cNvSpPr>
            <a:spLocks noGrp="1"/>
          </p:cNvSpPr>
          <p:nvPr>
            <p:ph type="body" sz="quarter" idx="36" hasCustomPrompt="1"/>
          </p:nvPr>
        </p:nvSpPr>
        <p:spPr>
          <a:xfrm>
            <a:off x="426722" y="4502887"/>
            <a:ext cx="2682207" cy="420308"/>
          </a:xfrm>
          <a:prstGeom prst="rect">
            <a:avLst/>
          </a:prstGeom>
        </p:spPr>
        <p:txBody>
          <a:bodyPr>
            <a:noAutofit/>
          </a:bodyPr>
          <a:lstStyle>
            <a:lvl1pPr marL="0" indent="0">
              <a:lnSpc>
                <a:spcPct val="100000"/>
              </a:lnSpc>
              <a:spcBef>
                <a:spcPts val="0"/>
              </a:spcBef>
              <a:spcAft>
                <a:spcPts val="1200"/>
              </a:spcAft>
              <a:buNone/>
              <a:defRPr sz="1600" b="0">
                <a:solidFill>
                  <a:schemeClr val="bg2"/>
                </a:solidFill>
              </a:defRPr>
            </a:lvl1pPr>
          </a:lstStyle>
          <a:p>
            <a:pPr lvl="0"/>
            <a:r>
              <a:rPr lang="en-US"/>
              <a:t>Name</a:t>
            </a:r>
          </a:p>
        </p:txBody>
      </p:sp>
      <p:sp>
        <p:nvSpPr>
          <p:cNvPr id="40" name="Text Placeholder 7">
            <a:extLst>
              <a:ext uri="{FF2B5EF4-FFF2-40B4-BE49-F238E27FC236}">
                <a16:creationId xmlns:a16="http://schemas.microsoft.com/office/drawing/2014/main" id="{38CC61CB-15EA-1797-5C21-9B04B65AD69F}"/>
              </a:ext>
            </a:extLst>
          </p:cNvPr>
          <p:cNvSpPr>
            <a:spLocks noGrp="1"/>
          </p:cNvSpPr>
          <p:nvPr>
            <p:ph type="body" sz="quarter" idx="37" hasCustomPrompt="1"/>
          </p:nvPr>
        </p:nvSpPr>
        <p:spPr>
          <a:xfrm>
            <a:off x="3312172" y="4502888"/>
            <a:ext cx="2682207" cy="420300"/>
          </a:xfrm>
          <a:prstGeom prst="rect">
            <a:avLst/>
          </a:prstGeom>
        </p:spPr>
        <p:txBody>
          <a:bodyPr>
            <a:noAutofit/>
          </a:bodyPr>
          <a:lstStyle>
            <a:lvl1pPr marL="0" indent="0">
              <a:lnSpc>
                <a:spcPct val="100000"/>
              </a:lnSpc>
              <a:spcBef>
                <a:spcPts val="0"/>
              </a:spcBef>
              <a:spcAft>
                <a:spcPts val="1200"/>
              </a:spcAft>
              <a:buNone/>
              <a:defRPr sz="1600" b="0">
                <a:solidFill>
                  <a:schemeClr val="bg2"/>
                </a:solidFill>
              </a:defRPr>
            </a:lvl1pPr>
          </a:lstStyle>
          <a:p>
            <a:pPr lvl="0"/>
            <a:r>
              <a:rPr lang="en-US"/>
              <a:t>Name</a:t>
            </a:r>
          </a:p>
        </p:txBody>
      </p:sp>
      <p:sp>
        <p:nvSpPr>
          <p:cNvPr id="41" name="Text Placeholder 7">
            <a:extLst>
              <a:ext uri="{FF2B5EF4-FFF2-40B4-BE49-F238E27FC236}">
                <a16:creationId xmlns:a16="http://schemas.microsoft.com/office/drawing/2014/main" id="{9E24C476-CF53-24E8-07C6-79594848E6B1}"/>
              </a:ext>
            </a:extLst>
          </p:cNvPr>
          <p:cNvSpPr>
            <a:spLocks noGrp="1"/>
          </p:cNvSpPr>
          <p:nvPr>
            <p:ph type="body" sz="quarter" idx="38" hasCustomPrompt="1"/>
          </p:nvPr>
        </p:nvSpPr>
        <p:spPr>
          <a:xfrm>
            <a:off x="6197622" y="4502888"/>
            <a:ext cx="2682207" cy="420296"/>
          </a:xfrm>
          <a:prstGeom prst="rect">
            <a:avLst/>
          </a:prstGeom>
        </p:spPr>
        <p:txBody>
          <a:bodyPr>
            <a:noAutofit/>
          </a:bodyPr>
          <a:lstStyle>
            <a:lvl1pPr marL="0" indent="0">
              <a:lnSpc>
                <a:spcPct val="100000"/>
              </a:lnSpc>
              <a:spcBef>
                <a:spcPts val="0"/>
              </a:spcBef>
              <a:spcAft>
                <a:spcPts val="1200"/>
              </a:spcAft>
              <a:buNone/>
              <a:defRPr sz="1600" b="0">
                <a:solidFill>
                  <a:schemeClr val="bg2"/>
                </a:solidFill>
              </a:defRPr>
            </a:lvl1pPr>
          </a:lstStyle>
          <a:p>
            <a:pPr lvl="0"/>
            <a:r>
              <a:rPr lang="en-US"/>
              <a:t>Name</a:t>
            </a:r>
          </a:p>
        </p:txBody>
      </p:sp>
      <p:sp>
        <p:nvSpPr>
          <p:cNvPr id="42" name="Text Placeholder 7">
            <a:extLst>
              <a:ext uri="{FF2B5EF4-FFF2-40B4-BE49-F238E27FC236}">
                <a16:creationId xmlns:a16="http://schemas.microsoft.com/office/drawing/2014/main" id="{DF114B07-7304-2BC1-F426-7330700A77D6}"/>
              </a:ext>
            </a:extLst>
          </p:cNvPr>
          <p:cNvSpPr>
            <a:spLocks noGrp="1"/>
          </p:cNvSpPr>
          <p:nvPr>
            <p:ph type="body" sz="quarter" idx="39" hasCustomPrompt="1"/>
          </p:nvPr>
        </p:nvSpPr>
        <p:spPr>
          <a:xfrm>
            <a:off x="9083071" y="4502887"/>
            <a:ext cx="2682207" cy="420289"/>
          </a:xfrm>
          <a:prstGeom prst="rect">
            <a:avLst/>
          </a:prstGeom>
        </p:spPr>
        <p:txBody>
          <a:bodyPr>
            <a:noAutofit/>
          </a:bodyPr>
          <a:lstStyle>
            <a:lvl1pPr marL="0" indent="0">
              <a:lnSpc>
                <a:spcPct val="100000"/>
              </a:lnSpc>
              <a:spcBef>
                <a:spcPts val="0"/>
              </a:spcBef>
              <a:spcAft>
                <a:spcPts val="1200"/>
              </a:spcAft>
              <a:buNone/>
              <a:defRPr sz="1600" b="0">
                <a:solidFill>
                  <a:schemeClr val="bg2"/>
                </a:solidFill>
              </a:defRPr>
            </a:lvl1pPr>
          </a:lstStyle>
          <a:p>
            <a:pPr lvl="0"/>
            <a:r>
              <a:rPr lang="en-US"/>
              <a:t>Name</a:t>
            </a:r>
          </a:p>
        </p:txBody>
      </p:sp>
      <p:sp>
        <p:nvSpPr>
          <p:cNvPr id="43" name="Text Placeholder 7">
            <a:extLst>
              <a:ext uri="{FF2B5EF4-FFF2-40B4-BE49-F238E27FC236}">
                <a16:creationId xmlns:a16="http://schemas.microsoft.com/office/drawing/2014/main" id="{DAA65E89-D8A0-EB74-8BD0-7033A76044B7}"/>
              </a:ext>
            </a:extLst>
          </p:cNvPr>
          <p:cNvSpPr>
            <a:spLocks noGrp="1"/>
          </p:cNvSpPr>
          <p:nvPr>
            <p:ph type="body" sz="quarter" idx="40" hasCustomPrompt="1"/>
          </p:nvPr>
        </p:nvSpPr>
        <p:spPr>
          <a:xfrm>
            <a:off x="426722" y="5006469"/>
            <a:ext cx="2682207" cy="420308"/>
          </a:xfrm>
          <a:prstGeom prst="rect">
            <a:avLst/>
          </a:prstGeom>
        </p:spPr>
        <p:txBody>
          <a:bodyPr>
            <a:noAutofit/>
          </a:bodyPr>
          <a:lstStyle>
            <a:lvl1pPr marL="0" indent="0">
              <a:lnSpc>
                <a:spcPct val="100000"/>
              </a:lnSpc>
              <a:spcBef>
                <a:spcPts val="0"/>
              </a:spcBef>
              <a:spcAft>
                <a:spcPts val="1200"/>
              </a:spcAft>
              <a:buNone/>
              <a:defRPr sz="1600" b="0">
                <a:solidFill>
                  <a:schemeClr val="bg2"/>
                </a:solidFill>
              </a:defRPr>
            </a:lvl1pPr>
          </a:lstStyle>
          <a:p>
            <a:pPr lvl="0"/>
            <a:r>
              <a:rPr lang="en-US"/>
              <a:t>Name</a:t>
            </a:r>
          </a:p>
        </p:txBody>
      </p:sp>
      <p:sp>
        <p:nvSpPr>
          <p:cNvPr id="44" name="Text Placeholder 7">
            <a:extLst>
              <a:ext uri="{FF2B5EF4-FFF2-40B4-BE49-F238E27FC236}">
                <a16:creationId xmlns:a16="http://schemas.microsoft.com/office/drawing/2014/main" id="{BDA97849-F569-4596-938F-949E42DDC7D7}"/>
              </a:ext>
            </a:extLst>
          </p:cNvPr>
          <p:cNvSpPr>
            <a:spLocks noGrp="1"/>
          </p:cNvSpPr>
          <p:nvPr>
            <p:ph type="body" sz="quarter" idx="41" hasCustomPrompt="1"/>
          </p:nvPr>
        </p:nvSpPr>
        <p:spPr>
          <a:xfrm>
            <a:off x="3312172" y="5006470"/>
            <a:ext cx="2682207" cy="420300"/>
          </a:xfrm>
          <a:prstGeom prst="rect">
            <a:avLst/>
          </a:prstGeom>
        </p:spPr>
        <p:txBody>
          <a:bodyPr>
            <a:noAutofit/>
          </a:bodyPr>
          <a:lstStyle>
            <a:lvl1pPr marL="0" indent="0">
              <a:lnSpc>
                <a:spcPct val="100000"/>
              </a:lnSpc>
              <a:spcBef>
                <a:spcPts val="0"/>
              </a:spcBef>
              <a:spcAft>
                <a:spcPts val="1200"/>
              </a:spcAft>
              <a:buNone/>
              <a:defRPr sz="1600" b="0">
                <a:solidFill>
                  <a:schemeClr val="bg2"/>
                </a:solidFill>
              </a:defRPr>
            </a:lvl1pPr>
          </a:lstStyle>
          <a:p>
            <a:pPr lvl="0"/>
            <a:r>
              <a:rPr lang="en-US"/>
              <a:t>Name</a:t>
            </a:r>
          </a:p>
        </p:txBody>
      </p:sp>
      <p:sp>
        <p:nvSpPr>
          <p:cNvPr id="45" name="Text Placeholder 7">
            <a:extLst>
              <a:ext uri="{FF2B5EF4-FFF2-40B4-BE49-F238E27FC236}">
                <a16:creationId xmlns:a16="http://schemas.microsoft.com/office/drawing/2014/main" id="{39316284-D361-4BD3-06F5-014434E7BFDF}"/>
              </a:ext>
            </a:extLst>
          </p:cNvPr>
          <p:cNvSpPr>
            <a:spLocks noGrp="1"/>
          </p:cNvSpPr>
          <p:nvPr>
            <p:ph type="body" sz="quarter" idx="42" hasCustomPrompt="1"/>
          </p:nvPr>
        </p:nvSpPr>
        <p:spPr>
          <a:xfrm>
            <a:off x="6197622" y="5006470"/>
            <a:ext cx="2682207" cy="420296"/>
          </a:xfrm>
          <a:prstGeom prst="rect">
            <a:avLst/>
          </a:prstGeom>
        </p:spPr>
        <p:txBody>
          <a:bodyPr>
            <a:noAutofit/>
          </a:bodyPr>
          <a:lstStyle>
            <a:lvl1pPr marL="0" indent="0">
              <a:lnSpc>
                <a:spcPct val="100000"/>
              </a:lnSpc>
              <a:spcBef>
                <a:spcPts val="0"/>
              </a:spcBef>
              <a:spcAft>
                <a:spcPts val="1200"/>
              </a:spcAft>
              <a:buNone/>
              <a:defRPr sz="1600" b="0">
                <a:solidFill>
                  <a:schemeClr val="bg2"/>
                </a:solidFill>
              </a:defRPr>
            </a:lvl1pPr>
          </a:lstStyle>
          <a:p>
            <a:pPr lvl="0"/>
            <a:r>
              <a:rPr lang="en-US"/>
              <a:t>Name</a:t>
            </a:r>
          </a:p>
        </p:txBody>
      </p:sp>
      <p:sp>
        <p:nvSpPr>
          <p:cNvPr id="46" name="Text Placeholder 7">
            <a:extLst>
              <a:ext uri="{FF2B5EF4-FFF2-40B4-BE49-F238E27FC236}">
                <a16:creationId xmlns:a16="http://schemas.microsoft.com/office/drawing/2014/main" id="{866D0BCA-F29E-BF8E-834B-1A97D47133F8}"/>
              </a:ext>
            </a:extLst>
          </p:cNvPr>
          <p:cNvSpPr>
            <a:spLocks noGrp="1"/>
          </p:cNvSpPr>
          <p:nvPr>
            <p:ph type="body" sz="quarter" idx="43" hasCustomPrompt="1"/>
          </p:nvPr>
        </p:nvSpPr>
        <p:spPr>
          <a:xfrm>
            <a:off x="9083071" y="5006469"/>
            <a:ext cx="2682207" cy="420289"/>
          </a:xfrm>
          <a:prstGeom prst="rect">
            <a:avLst/>
          </a:prstGeom>
        </p:spPr>
        <p:txBody>
          <a:bodyPr>
            <a:noAutofit/>
          </a:bodyPr>
          <a:lstStyle>
            <a:lvl1pPr marL="0" indent="0">
              <a:lnSpc>
                <a:spcPct val="100000"/>
              </a:lnSpc>
              <a:spcBef>
                <a:spcPts val="0"/>
              </a:spcBef>
              <a:spcAft>
                <a:spcPts val="1200"/>
              </a:spcAft>
              <a:buNone/>
              <a:defRPr sz="1600" b="0">
                <a:solidFill>
                  <a:schemeClr val="bg2"/>
                </a:solidFill>
              </a:defRPr>
            </a:lvl1pPr>
          </a:lstStyle>
          <a:p>
            <a:pPr lvl="0"/>
            <a:r>
              <a:rPr lang="en-US"/>
              <a:t>Name</a:t>
            </a:r>
          </a:p>
        </p:txBody>
      </p:sp>
      <p:sp>
        <p:nvSpPr>
          <p:cNvPr id="47" name="Text Placeholder 7">
            <a:extLst>
              <a:ext uri="{FF2B5EF4-FFF2-40B4-BE49-F238E27FC236}">
                <a16:creationId xmlns:a16="http://schemas.microsoft.com/office/drawing/2014/main" id="{83F0760B-AC42-E821-2B23-C0967D135521}"/>
              </a:ext>
            </a:extLst>
          </p:cNvPr>
          <p:cNvSpPr>
            <a:spLocks noGrp="1"/>
          </p:cNvSpPr>
          <p:nvPr>
            <p:ph type="body" sz="quarter" idx="44" hasCustomPrompt="1"/>
          </p:nvPr>
        </p:nvSpPr>
        <p:spPr>
          <a:xfrm>
            <a:off x="426722" y="5510051"/>
            <a:ext cx="2682207" cy="420308"/>
          </a:xfrm>
          <a:prstGeom prst="rect">
            <a:avLst/>
          </a:prstGeom>
        </p:spPr>
        <p:txBody>
          <a:bodyPr>
            <a:noAutofit/>
          </a:bodyPr>
          <a:lstStyle>
            <a:lvl1pPr marL="0" indent="0">
              <a:lnSpc>
                <a:spcPct val="100000"/>
              </a:lnSpc>
              <a:spcBef>
                <a:spcPts val="0"/>
              </a:spcBef>
              <a:spcAft>
                <a:spcPts val="1200"/>
              </a:spcAft>
              <a:buNone/>
              <a:defRPr sz="1600" b="0">
                <a:solidFill>
                  <a:schemeClr val="bg2"/>
                </a:solidFill>
              </a:defRPr>
            </a:lvl1pPr>
          </a:lstStyle>
          <a:p>
            <a:pPr lvl="0"/>
            <a:r>
              <a:rPr lang="en-US"/>
              <a:t>Name</a:t>
            </a:r>
          </a:p>
        </p:txBody>
      </p:sp>
      <p:sp>
        <p:nvSpPr>
          <p:cNvPr id="48" name="Text Placeholder 7">
            <a:extLst>
              <a:ext uri="{FF2B5EF4-FFF2-40B4-BE49-F238E27FC236}">
                <a16:creationId xmlns:a16="http://schemas.microsoft.com/office/drawing/2014/main" id="{E08E5CE3-75FD-AE88-3435-4FE5EC12EF31}"/>
              </a:ext>
            </a:extLst>
          </p:cNvPr>
          <p:cNvSpPr>
            <a:spLocks noGrp="1"/>
          </p:cNvSpPr>
          <p:nvPr>
            <p:ph type="body" sz="quarter" idx="45" hasCustomPrompt="1"/>
          </p:nvPr>
        </p:nvSpPr>
        <p:spPr>
          <a:xfrm>
            <a:off x="3312172" y="5510052"/>
            <a:ext cx="2682207" cy="420300"/>
          </a:xfrm>
          <a:prstGeom prst="rect">
            <a:avLst/>
          </a:prstGeom>
        </p:spPr>
        <p:txBody>
          <a:bodyPr>
            <a:noAutofit/>
          </a:bodyPr>
          <a:lstStyle>
            <a:lvl1pPr marL="0" indent="0">
              <a:lnSpc>
                <a:spcPct val="100000"/>
              </a:lnSpc>
              <a:spcBef>
                <a:spcPts val="0"/>
              </a:spcBef>
              <a:spcAft>
                <a:spcPts val="1200"/>
              </a:spcAft>
              <a:buNone/>
              <a:defRPr sz="1600" b="0">
                <a:solidFill>
                  <a:schemeClr val="bg2"/>
                </a:solidFill>
              </a:defRPr>
            </a:lvl1pPr>
          </a:lstStyle>
          <a:p>
            <a:pPr lvl="0"/>
            <a:r>
              <a:rPr lang="en-US"/>
              <a:t>Name</a:t>
            </a:r>
          </a:p>
        </p:txBody>
      </p:sp>
      <p:sp>
        <p:nvSpPr>
          <p:cNvPr id="49" name="Text Placeholder 7">
            <a:extLst>
              <a:ext uri="{FF2B5EF4-FFF2-40B4-BE49-F238E27FC236}">
                <a16:creationId xmlns:a16="http://schemas.microsoft.com/office/drawing/2014/main" id="{11856361-AE81-C274-15D4-B25A8DD24A1C}"/>
              </a:ext>
            </a:extLst>
          </p:cNvPr>
          <p:cNvSpPr>
            <a:spLocks noGrp="1"/>
          </p:cNvSpPr>
          <p:nvPr>
            <p:ph type="body" sz="quarter" idx="46" hasCustomPrompt="1"/>
          </p:nvPr>
        </p:nvSpPr>
        <p:spPr>
          <a:xfrm>
            <a:off x="6197622" y="5510052"/>
            <a:ext cx="2682207" cy="420296"/>
          </a:xfrm>
          <a:prstGeom prst="rect">
            <a:avLst/>
          </a:prstGeom>
        </p:spPr>
        <p:txBody>
          <a:bodyPr>
            <a:noAutofit/>
          </a:bodyPr>
          <a:lstStyle>
            <a:lvl1pPr marL="0" indent="0">
              <a:lnSpc>
                <a:spcPct val="100000"/>
              </a:lnSpc>
              <a:spcBef>
                <a:spcPts val="0"/>
              </a:spcBef>
              <a:spcAft>
                <a:spcPts val="1200"/>
              </a:spcAft>
              <a:buNone/>
              <a:defRPr sz="1600" b="0">
                <a:solidFill>
                  <a:schemeClr val="bg2"/>
                </a:solidFill>
              </a:defRPr>
            </a:lvl1pPr>
          </a:lstStyle>
          <a:p>
            <a:pPr lvl="0"/>
            <a:r>
              <a:rPr lang="en-US"/>
              <a:t>Name</a:t>
            </a:r>
          </a:p>
        </p:txBody>
      </p:sp>
      <p:sp>
        <p:nvSpPr>
          <p:cNvPr id="50" name="Text Placeholder 7">
            <a:extLst>
              <a:ext uri="{FF2B5EF4-FFF2-40B4-BE49-F238E27FC236}">
                <a16:creationId xmlns:a16="http://schemas.microsoft.com/office/drawing/2014/main" id="{8914E580-8B3F-886B-BD8B-E81A59F35F02}"/>
              </a:ext>
            </a:extLst>
          </p:cNvPr>
          <p:cNvSpPr>
            <a:spLocks noGrp="1"/>
          </p:cNvSpPr>
          <p:nvPr>
            <p:ph type="body" sz="quarter" idx="47" hasCustomPrompt="1"/>
          </p:nvPr>
        </p:nvSpPr>
        <p:spPr>
          <a:xfrm>
            <a:off x="9083071" y="5510051"/>
            <a:ext cx="2682207" cy="420289"/>
          </a:xfrm>
          <a:prstGeom prst="rect">
            <a:avLst/>
          </a:prstGeom>
        </p:spPr>
        <p:txBody>
          <a:bodyPr>
            <a:noAutofit/>
          </a:bodyPr>
          <a:lstStyle>
            <a:lvl1pPr marL="0" indent="0">
              <a:lnSpc>
                <a:spcPct val="100000"/>
              </a:lnSpc>
              <a:spcBef>
                <a:spcPts val="0"/>
              </a:spcBef>
              <a:spcAft>
                <a:spcPts val="1200"/>
              </a:spcAft>
              <a:buNone/>
              <a:defRPr sz="1600" b="0">
                <a:solidFill>
                  <a:schemeClr val="bg2"/>
                </a:solidFill>
              </a:defRPr>
            </a:lvl1pPr>
          </a:lstStyle>
          <a:p>
            <a:pPr lvl="0"/>
            <a:r>
              <a:rPr lang="en-US"/>
              <a:t>Name</a:t>
            </a:r>
          </a:p>
        </p:txBody>
      </p:sp>
    </p:spTree>
    <p:extLst>
      <p:ext uri="{BB962C8B-B14F-4D97-AF65-F5344CB8AC3E}">
        <p14:creationId xmlns:p14="http://schemas.microsoft.com/office/powerpoint/2010/main" val="82146418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_Title - Dark">
    <p:bg>
      <p:bgPr>
        <a:solidFill>
          <a:srgbClr val="205493"/>
        </a:solidFill>
        <a:effectLst/>
      </p:bgPr>
    </p:bg>
    <p:spTree>
      <p:nvGrpSpPr>
        <p:cNvPr id="1" name=""/>
        <p:cNvGrpSpPr/>
        <p:nvPr/>
      </p:nvGrpSpPr>
      <p:grpSpPr>
        <a:xfrm>
          <a:off x="0" y="0"/>
          <a:ext cx="0" cy="0"/>
          <a:chOff x="0" y="0"/>
          <a:chExt cx="0" cy="0"/>
        </a:xfrm>
      </p:grpSpPr>
      <p:pic>
        <p:nvPicPr>
          <p:cNvPr id="41" name="Graphic 40">
            <a:extLst>
              <a:ext uri="{FF2B5EF4-FFF2-40B4-BE49-F238E27FC236}">
                <a16:creationId xmlns:a16="http://schemas.microsoft.com/office/drawing/2014/main" id="{A3C789B0-28C7-E6A4-30FD-E2ACD1B9C0E2}"/>
              </a:ext>
            </a:extLst>
          </p:cNvPr>
          <p:cNvPicPr>
            <a:picLocks/>
          </p:cNvPicPr>
          <p:nvPr userDrawn="1"/>
        </p:nvPicPr>
        <p:blipFill>
          <a:blip>
            <a:extLst>
              <a:ext uri="{96DAC541-7B7A-43D3-8B79-37D633B846F1}">
                <asvg:svgBlip xmlns:asvg="http://schemas.microsoft.com/office/drawing/2016/SVG/main" r:embed="rId2"/>
              </a:ext>
            </a:extLst>
          </a:blip>
          <a:srcRect/>
          <a:stretch/>
        </p:blipFill>
        <p:spPr>
          <a:xfrm>
            <a:off x="0" y="6746581"/>
            <a:ext cx="12192000" cy="109728"/>
          </a:xfrm>
          <a:prstGeom prst="rect">
            <a:avLst/>
          </a:prstGeom>
        </p:spPr>
      </p:pic>
      <p:pic>
        <p:nvPicPr>
          <p:cNvPr id="6" name="Graphic 5">
            <a:extLst>
              <a:ext uri="{FF2B5EF4-FFF2-40B4-BE49-F238E27FC236}">
                <a16:creationId xmlns:a16="http://schemas.microsoft.com/office/drawing/2014/main" id="{35A72BDB-8252-762D-3D7A-7A1C5657566A}"/>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475933" y="6084465"/>
            <a:ext cx="3433337" cy="408409"/>
          </a:xfrm>
          <a:prstGeom prst="rect">
            <a:avLst/>
          </a:prstGeom>
        </p:spPr>
      </p:pic>
      <p:sp>
        <p:nvSpPr>
          <p:cNvPr id="15" name="Title 1">
            <a:extLst>
              <a:ext uri="{FF2B5EF4-FFF2-40B4-BE49-F238E27FC236}">
                <a16:creationId xmlns:a16="http://schemas.microsoft.com/office/drawing/2014/main" id="{D8F50DCB-327E-AA1F-2CA3-7E975EAE5100}"/>
              </a:ext>
            </a:extLst>
          </p:cNvPr>
          <p:cNvSpPr>
            <a:spLocks noGrp="1"/>
          </p:cNvSpPr>
          <p:nvPr>
            <p:ph type="title" hasCustomPrompt="1"/>
          </p:nvPr>
        </p:nvSpPr>
        <p:spPr>
          <a:xfrm>
            <a:off x="426719" y="365126"/>
            <a:ext cx="8882038" cy="911734"/>
          </a:xfrm>
        </p:spPr>
        <p:txBody>
          <a:bodyPr anchor="t"/>
          <a:lstStyle>
            <a:lvl1pPr>
              <a:defRPr sz="6000">
                <a:solidFill>
                  <a:schemeClr val="tx1"/>
                </a:solidFill>
              </a:defRPr>
            </a:lvl1pPr>
          </a:lstStyle>
          <a:p>
            <a:r>
              <a:rPr lang="en-US"/>
              <a:t>Learn More</a:t>
            </a:r>
          </a:p>
        </p:txBody>
      </p:sp>
      <p:cxnSp>
        <p:nvCxnSpPr>
          <p:cNvPr id="17" name="Straight Connector 16">
            <a:extLst>
              <a:ext uri="{FF2B5EF4-FFF2-40B4-BE49-F238E27FC236}">
                <a16:creationId xmlns:a16="http://schemas.microsoft.com/office/drawing/2014/main" id="{6B24DF2C-35CA-035B-4988-17525EC9B84E}"/>
              </a:ext>
              <a:ext uri="{C183D7F6-B498-43B3-948B-1728B52AA6E4}">
                <adec:decorative xmlns:adec="http://schemas.microsoft.com/office/drawing/2017/decorative" val="1"/>
              </a:ext>
            </a:extLst>
          </p:cNvPr>
          <p:cNvCxnSpPr>
            <a:cxnSpLocks/>
          </p:cNvCxnSpPr>
          <p:nvPr userDrawn="1"/>
        </p:nvCxnSpPr>
        <p:spPr>
          <a:xfrm flipH="1">
            <a:off x="426719" y="1375716"/>
            <a:ext cx="8882038" cy="0"/>
          </a:xfrm>
          <a:prstGeom prst="line">
            <a:avLst/>
          </a:prstGeom>
          <a:ln w="9525">
            <a:solidFill>
              <a:schemeClr val="accent3">
                <a:lumMod val="60000"/>
                <a:lumOff val="40000"/>
              </a:schemeClr>
            </a:solidFill>
          </a:ln>
        </p:spPr>
        <p:style>
          <a:lnRef idx="1">
            <a:schemeClr val="accent1"/>
          </a:lnRef>
          <a:fillRef idx="0">
            <a:schemeClr val="accent1"/>
          </a:fillRef>
          <a:effectRef idx="0">
            <a:schemeClr val="accent1"/>
          </a:effectRef>
          <a:fontRef idx="minor">
            <a:schemeClr val="tx1"/>
          </a:fontRef>
        </p:style>
      </p:cxnSp>
      <p:pic>
        <p:nvPicPr>
          <p:cNvPr id="3" name="Graphic 2">
            <a:extLst>
              <a:ext uri="{FF2B5EF4-FFF2-40B4-BE49-F238E27FC236}">
                <a16:creationId xmlns:a16="http://schemas.microsoft.com/office/drawing/2014/main" id="{E5A99896-ABED-F40A-954E-6508C62C9D59}"/>
              </a:ext>
            </a:extLst>
          </p:cNvPr>
          <p:cNvPicPr>
            <a:picLocks noChangeAspect="1"/>
          </p:cNvPicPr>
          <p:nvPr userDrawn="1"/>
        </p:nvPicPr>
        <p:blipFill>
          <a:blip>
            <a:extLst>
              <a:ext uri="{96DAC541-7B7A-43D3-8B79-37D633B846F1}">
                <asvg:svgBlip xmlns:asvg="http://schemas.microsoft.com/office/drawing/2016/SVG/main" r:embed="rId4"/>
              </a:ext>
            </a:extLst>
          </a:blip>
          <a:srcRect/>
          <a:stretch/>
        </p:blipFill>
        <p:spPr>
          <a:xfrm>
            <a:off x="9842273" y="276191"/>
            <a:ext cx="2175344" cy="6290864"/>
          </a:xfrm>
          <a:prstGeom prst="rect">
            <a:avLst/>
          </a:prstGeom>
        </p:spPr>
      </p:pic>
      <p:sp>
        <p:nvSpPr>
          <p:cNvPr id="11" name="Text Placeholder 7">
            <a:extLst>
              <a:ext uri="{FF2B5EF4-FFF2-40B4-BE49-F238E27FC236}">
                <a16:creationId xmlns:a16="http://schemas.microsoft.com/office/drawing/2014/main" id="{43B63CFC-CF8F-F3E4-9861-53BF4EBE8B2F}"/>
              </a:ext>
            </a:extLst>
          </p:cNvPr>
          <p:cNvSpPr>
            <a:spLocks noGrp="1"/>
          </p:cNvSpPr>
          <p:nvPr>
            <p:ph type="body" sz="quarter" idx="11" hasCustomPrompt="1"/>
          </p:nvPr>
        </p:nvSpPr>
        <p:spPr>
          <a:xfrm>
            <a:off x="1644950" y="1855605"/>
            <a:ext cx="7663808" cy="408404"/>
          </a:xfrm>
          <a:prstGeom prst="rect">
            <a:avLst/>
          </a:prstGeom>
        </p:spPr>
        <p:txBody>
          <a:bodyPr>
            <a:noAutofit/>
          </a:bodyPr>
          <a:lstStyle>
            <a:lvl1pPr marL="0" indent="0">
              <a:lnSpc>
                <a:spcPct val="100000"/>
              </a:lnSpc>
              <a:spcBef>
                <a:spcPts val="0"/>
              </a:spcBef>
              <a:spcAft>
                <a:spcPts val="1200"/>
              </a:spcAft>
              <a:buNone/>
              <a:defRPr sz="3000" b="0">
                <a:solidFill>
                  <a:schemeClr val="tx1"/>
                </a:solidFill>
              </a:defRPr>
            </a:lvl1pPr>
          </a:lstStyle>
          <a:p>
            <a:pPr lvl="0"/>
            <a:r>
              <a:rPr lang="en-US"/>
              <a:t>Action Item 1</a:t>
            </a:r>
          </a:p>
        </p:txBody>
      </p:sp>
      <p:sp>
        <p:nvSpPr>
          <p:cNvPr id="21" name="Text Placeholder 7">
            <a:extLst>
              <a:ext uri="{FF2B5EF4-FFF2-40B4-BE49-F238E27FC236}">
                <a16:creationId xmlns:a16="http://schemas.microsoft.com/office/drawing/2014/main" id="{A37A2EA4-6881-8146-5045-8B6F575E96F6}"/>
              </a:ext>
            </a:extLst>
          </p:cNvPr>
          <p:cNvSpPr>
            <a:spLocks noGrp="1"/>
          </p:cNvSpPr>
          <p:nvPr>
            <p:ph type="body" sz="quarter" idx="12" hasCustomPrompt="1"/>
          </p:nvPr>
        </p:nvSpPr>
        <p:spPr>
          <a:xfrm>
            <a:off x="1644950" y="2365162"/>
            <a:ext cx="7663808" cy="408404"/>
          </a:xfrm>
          <a:prstGeom prst="rect">
            <a:avLst/>
          </a:prstGeom>
        </p:spPr>
        <p:txBody>
          <a:bodyPr>
            <a:noAutofit/>
          </a:bodyPr>
          <a:lstStyle>
            <a:lvl1pPr marL="0" indent="0">
              <a:lnSpc>
                <a:spcPct val="100000"/>
              </a:lnSpc>
              <a:spcBef>
                <a:spcPts val="0"/>
              </a:spcBef>
              <a:spcAft>
                <a:spcPts val="1200"/>
              </a:spcAft>
              <a:buNone/>
              <a:defRPr sz="2400" b="0">
                <a:solidFill>
                  <a:schemeClr val="accent3"/>
                </a:solidFill>
              </a:defRPr>
            </a:lvl1pPr>
          </a:lstStyle>
          <a:p>
            <a:pPr lvl="0"/>
            <a:r>
              <a:rPr lang="en-US"/>
              <a:t>Link 1</a:t>
            </a:r>
          </a:p>
        </p:txBody>
      </p:sp>
      <p:sp>
        <p:nvSpPr>
          <p:cNvPr id="22" name="Text Placeholder 7">
            <a:extLst>
              <a:ext uri="{FF2B5EF4-FFF2-40B4-BE49-F238E27FC236}">
                <a16:creationId xmlns:a16="http://schemas.microsoft.com/office/drawing/2014/main" id="{95034A75-F80E-2B0B-9F84-B5B09F71EA33}"/>
              </a:ext>
            </a:extLst>
          </p:cNvPr>
          <p:cNvSpPr>
            <a:spLocks noGrp="1"/>
          </p:cNvSpPr>
          <p:nvPr>
            <p:ph type="body" sz="quarter" idx="13" hasCustomPrompt="1"/>
          </p:nvPr>
        </p:nvSpPr>
        <p:spPr>
          <a:xfrm>
            <a:off x="1644950" y="3247799"/>
            <a:ext cx="7663808" cy="408404"/>
          </a:xfrm>
          <a:prstGeom prst="rect">
            <a:avLst/>
          </a:prstGeom>
        </p:spPr>
        <p:txBody>
          <a:bodyPr>
            <a:noAutofit/>
          </a:bodyPr>
          <a:lstStyle>
            <a:lvl1pPr marL="0" indent="0">
              <a:lnSpc>
                <a:spcPct val="100000"/>
              </a:lnSpc>
              <a:spcBef>
                <a:spcPts val="0"/>
              </a:spcBef>
              <a:spcAft>
                <a:spcPts val="1200"/>
              </a:spcAft>
              <a:buNone/>
              <a:defRPr sz="3000" b="0">
                <a:solidFill>
                  <a:schemeClr val="tx1"/>
                </a:solidFill>
              </a:defRPr>
            </a:lvl1pPr>
          </a:lstStyle>
          <a:p>
            <a:pPr lvl="0"/>
            <a:r>
              <a:rPr lang="en-US"/>
              <a:t>Action Item 1</a:t>
            </a:r>
          </a:p>
        </p:txBody>
      </p:sp>
      <p:sp>
        <p:nvSpPr>
          <p:cNvPr id="24" name="Text Placeholder 7">
            <a:extLst>
              <a:ext uri="{FF2B5EF4-FFF2-40B4-BE49-F238E27FC236}">
                <a16:creationId xmlns:a16="http://schemas.microsoft.com/office/drawing/2014/main" id="{F31FE3FB-2D32-B375-8EF6-BA9FF1386476}"/>
              </a:ext>
            </a:extLst>
          </p:cNvPr>
          <p:cNvSpPr>
            <a:spLocks noGrp="1"/>
          </p:cNvSpPr>
          <p:nvPr>
            <p:ph type="body" sz="quarter" idx="14" hasCustomPrompt="1"/>
          </p:nvPr>
        </p:nvSpPr>
        <p:spPr>
          <a:xfrm>
            <a:off x="1644950" y="3757356"/>
            <a:ext cx="7663808" cy="408404"/>
          </a:xfrm>
          <a:prstGeom prst="rect">
            <a:avLst/>
          </a:prstGeom>
        </p:spPr>
        <p:txBody>
          <a:bodyPr>
            <a:noAutofit/>
          </a:bodyPr>
          <a:lstStyle>
            <a:lvl1pPr marL="0" indent="0">
              <a:lnSpc>
                <a:spcPct val="100000"/>
              </a:lnSpc>
              <a:spcBef>
                <a:spcPts val="0"/>
              </a:spcBef>
              <a:spcAft>
                <a:spcPts val="1200"/>
              </a:spcAft>
              <a:buNone/>
              <a:defRPr sz="2400" b="0">
                <a:solidFill>
                  <a:schemeClr val="accent3"/>
                </a:solidFill>
              </a:defRPr>
            </a:lvl1pPr>
          </a:lstStyle>
          <a:p>
            <a:pPr lvl="0"/>
            <a:r>
              <a:rPr lang="en-US"/>
              <a:t>Link 1</a:t>
            </a:r>
          </a:p>
        </p:txBody>
      </p:sp>
      <p:sp>
        <p:nvSpPr>
          <p:cNvPr id="25" name="Text Placeholder 7">
            <a:extLst>
              <a:ext uri="{FF2B5EF4-FFF2-40B4-BE49-F238E27FC236}">
                <a16:creationId xmlns:a16="http://schemas.microsoft.com/office/drawing/2014/main" id="{FD921CF7-CEA6-E75B-BDF6-91C632E55FA6}"/>
              </a:ext>
            </a:extLst>
          </p:cNvPr>
          <p:cNvSpPr>
            <a:spLocks noGrp="1"/>
          </p:cNvSpPr>
          <p:nvPr>
            <p:ph type="body" sz="quarter" idx="15" hasCustomPrompt="1"/>
          </p:nvPr>
        </p:nvSpPr>
        <p:spPr>
          <a:xfrm>
            <a:off x="1644950" y="4598804"/>
            <a:ext cx="7663808" cy="408404"/>
          </a:xfrm>
          <a:prstGeom prst="rect">
            <a:avLst/>
          </a:prstGeom>
        </p:spPr>
        <p:txBody>
          <a:bodyPr>
            <a:noAutofit/>
          </a:bodyPr>
          <a:lstStyle>
            <a:lvl1pPr marL="0" indent="0">
              <a:lnSpc>
                <a:spcPct val="100000"/>
              </a:lnSpc>
              <a:spcBef>
                <a:spcPts val="0"/>
              </a:spcBef>
              <a:spcAft>
                <a:spcPts val="1200"/>
              </a:spcAft>
              <a:buNone/>
              <a:defRPr sz="3000" b="0">
                <a:solidFill>
                  <a:schemeClr val="tx1"/>
                </a:solidFill>
              </a:defRPr>
            </a:lvl1pPr>
          </a:lstStyle>
          <a:p>
            <a:pPr lvl="0"/>
            <a:r>
              <a:rPr lang="en-US"/>
              <a:t>Action Item 1</a:t>
            </a:r>
          </a:p>
        </p:txBody>
      </p:sp>
      <p:sp>
        <p:nvSpPr>
          <p:cNvPr id="27" name="Text Placeholder 7">
            <a:extLst>
              <a:ext uri="{FF2B5EF4-FFF2-40B4-BE49-F238E27FC236}">
                <a16:creationId xmlns:a16="http://schemas.microsoft.com/office/drawing/2014/main" id="{F11E9E85-CC92-1769-66C8-BA50B2C22357}"/>
              </a:ext>
            </a:extLst>
          </p:cNvPr>
          <p:cNvSpPr>
            <a:spLocks noGrp="1"/>
          </p:cNvSpPr>
          <p:nvPr>
            <p:ph type="body" sz="quarter" idx="16" hasCustomPrompt="1"/>
          </p:nvPr>
        </p:nvSpPr>
        <p:spPr>
          <a:xfrm>
            <a:off x="1644950" y="5108361"/>
            <a:ext cx="7663808" cy="408404"/>
          </a:xfrm>
          <a:prstGeom prst="rect">
            <a:avLst/>
          </a:prstGeom>
        </p:spPr>
        <p:txBody>
          <a:bodyPr>
            <a:noAutofit/>
          </a:bodyPr>
          <a:lstStyle>
            <a:lvl1pPr marL="0" indent="0">
              <a:lnSpc>
                <a:spcPct val="100000"/>
              </a:lnSpc>
              <a:spcBef>
                <a:spcPts val="0"/>
              </a:spcBef>
              <a:spcAft>
                <a:spcPts val="1200"/>
              </a:spcAft>
              <a:buNone/>
              <a:defRPr sz="2400" b="0">
                <a:solidFill>
                  <a:schemeClr val="accent3"/>
                </a:solidFill>
              </a:defRPr>
            </a:lvl1pPr>
          </a:lstStyle>
          <a:p>
            <a:pPr lvl="0"/>
            <a:r>
              <a:rPr lang="en-US"/>
              <a:t>Link 1</a:t>
            </a:r>
          </a:p>
        </p:txBody>
      </p:sp>
    </p:spTree>
    <p:extLst>
      <p:ext uri="{BB962C8B-B14F-4D97-AF65-F5344CB8AC3E}">
        <p14:creationId xmlns:p14="http://schemas.microsoft.com/office/powerpoint/2010/main" val="204778104"/>
      </p:ext>
    </p:extLst>
  </p:cSld>
  <p:clrMapOvr>
    <a:overrideClrMapping bg1="dk1" tx1="lt1" bg2="dk2" tx2="lt2" accent1="accent1" accent2="accent2" accent3="accent3" accent4="accent4" accent5="accent5" accent6="accent6" hlink="hlink" folHlink="folHlink"/>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Blank with footer">
    <p:bg>
      <p:bgPr>
        <a:solidFill>
          <a:schemeClr val="bg1"/>
        </a:solidFill>
        <a:effectLst/>
      </p:bgPr>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BEEBA567-2CA1-9149-A4FA-3797D5217A39}"/>
              </a:ext>
            </a:extLst>
          </p:cNvPr>
          <p:cNvPicPr>
            <a:picLocks noChangeAspect="1"/>
          </p:cNvPicPr>
          <p:nvPr userDrawn="1"/>
        </p:nvPicPr>
        <p:blipFill>
          <a:blip r:embed="rId2"/>
          <a:stretch>
            <a:fillRect/>
          </a:stretch>
        </p:blipFill>
        <p:spPr>
          <a:xfrm>
            <a:off x="837866" y="6355080"/>
            <a:ext cx="2304589" cy="274320"/>
          </a:xfrm>
          <a:prstGeom prst="rect">
            <a:avLst/>
          </a:prstGeom>
        </p:spPr>
      </p:pic>
      <p:sp>
        <p:nvSpPr>
          <p:cNvPr id="2" name="Footer Placeholder 1">
            <a:extLst>
              <a:ext uri="{FF2B5EF4-FFF2-40B4-BE49-F238E27FC236}">
                <a16:creationId xmlns:a16="http://schemas.microsoft.com/office/drawing/2014/main" id="{5E0E9048-E61C-2D4B-A9B5-9E342B77CE30}"/>
              </a:ext>
            </a:extLst>
          </p:cNvPr>
          <p:cNvSpPr>
            <a:spLocks noGrp="1"/>
          </p:cNvSpPr>
          <p:nvPr>
            <p:ph type="ftr" sz="quarter" idx="10"/>
          </p:nvPr>
        </p:nvSpPr>
        <p:spPr/>
        <p:txBody>
          <a:bodyPr/>
          <a:lstStyle/>
          <a:p>
            <a:r>
              <a:rPr lang="en-US" dirty="0"/>
              <a:t>Quarterly Review DD MMM 2021</a:t>
            </a:r>
          </a:p>
        </p:txBody>
      </p:sp>
      <p:sp>
        <p:nvSpPr>
          <p:cNvPr id="3" name="Slide Number Placeholder 2">
            <a:extLst>
              <a:ext uri="{FF2B5EF4-FFF2-40B4-BE49-F238E27FC236}">
                <a16:creationId xmlns:a16="http://schemas.microsoft.com/office/drawing/2014/main" id="{B1C77572-BC64-1D40-B7BA-DCE425BFF4FE}"/>
              </a:ext>
            </a:extLst>
          </p:cNvPr>
          <p:cNvSpPr>
            <a:spLocks noGrp="1"/>
          </p:cNvSpPr>
          <p:nvPr>
            <p:ph type="sldNum" sz="quarter" idx="11"/>
          </p:nvPr>
        </p:nvSpPr>
        <p:spPr/>
        <p:txBody>
          <a:bodyPr/>
          <a:lstStyle/>
          <a:p>
            <a:pPr algn="ctr"/>
            <a:fld id="{C3780821-FBE7-474D-AA67-5368075B1843}" type="slidenum">
              <a:rPr lang="en-US" smtClean="0"/>
              <a:pPr algn="ctr"/>
              <a:t>‹#›</a:t>
            </a:fld>
            <a:endParaRPr lang="en-US" dirty="0"/>
          </a:p>
        </p:txBody>
      </p:sp>
    </p:spTree>
    <p:extLst>
      <p:ext uri="{BB962C8B-B14F-4D97-AF65-F5344CB8AC3E}">
        <p14:creationId xmlns:p14="http://schemas.microsoft.com/office/powerpoint/2010/main" val="32728913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Content, Plain White">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9" name="Content Placeholder 8"/>
          <p:cNvSpPr>
            <a:spLocks noGrp="1"/>
          </p:cNvSpPr>
          <p:nvPr>
            <p:ph sz="quarter" idx="10"/>
          </p:nvPr>
        </p:nvSpPr>
        <p:spPr>
          <a:xfrm>
            <a:off x="838200" y="1828800"/>
            <a:ext cx="10515600" cy="4191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8" name="Picture 7">
            <a:extLst>
              <a:ext uri="{FF2B5EF4-FFF2-40B4-BE49-F238E27FC236}">
                <a16:creationId xmlns:a16="http://schemas.microsoft.com/office/drawing/2014/main" id="{BEEBA567-2CA1-9149-A4FA-3797D5217A39}"/>
              </a:ext>
            </a:extLst>
          </p:cNvPr>
          <p:cNvPicPr>
            <a:picLocks noChangeAspect="1"/>
          </p:cNvPicPr>
          <p:nvPr userDrawn="1"/>
        </p:nvPicPr>
        <p:blipFill>
          <a:blip r:embed="rId2"/>
          <a:stretch>
            <a:fillRect/>
          </a:stretch>
        </p:blipFill>
        <p:spPr>
          <a:xfrm>
            <a:off x="837867" y="6355080"/>
            <a:ext cx="2304589" cy="274320"/>
          </a:xfrm>
          <a:prstGeom prst="rect">
            <a:avLst/>
          </a:prstGeom>
        </p:spPr>
      </p:pic>
    </p:spTree>
    <p:extLst>
      <p:ext uri="{BB962C8B-B14F-4D97-AF65-F5344CB8AC3E}">
        <p14:creationId xmlns:p14="http://schemas.microsoft.com/office/powerpoint/2010/main" val="410933208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26720" y="365125"/>
            <a:ext cx="10515600" cy="1325563"/>
          </a:xfrm>
          <a:prstGeom prst="rect">
            <a:avLst/>
          </a:prstGeom>
        </p:spPr>
        <p:txBody>
          <a:bodyPr vert="horz" lIns="0" tIns="0" rIns="0" bIns="0" rtlCol="0" anchor="t">
            <a:noAutofit/>
          </a:bodyPr>
          <a:lstStyle/>
          <a:p>
            <a:r>
              <a:rPr lang="en-US"/>
              <a:t>Title in Helvetica Regular</a:t>
            </a:r>
          </a:p>
        </p:txBody>
      </p:sp>
      <p:sp>
        <p:nvSpPr>
          <p:cNvPr id="6" name="Text Placeholder 2">
            <a:extLst>
              <a:ext uri="{FF2B5EF4-FFF2-40B4-BE49-F238E27FC236}">
                <a16:creationId xmlns:a16="http://schemas.microsoft.com/office/drawing/2014/main" id="{90522F4F-1024-0CE0-BD94-84E3CA33B516}"/>
              </a:ext>
            </a:extLst>
          </p:cNvPr>
          <p:cNvSpPr>
            <a:spLocks noGrp="1"/>
          </p:cNvSpPr>
          <p:nvPr>
            <p:ph type="body" idx="1"/>
          </p:nvPr>
        </p:nvSpPr>
        <p:spPr>
          <a:xfrm>
            <a:off x="426720" y="1825625"/>
            <a:ext cx="10515600" cy="4351338"/>
          </a:xfrm>
          <a:prstGeom prst="rect">
            <a:avLst/>
          </a:prstGeom>
        </p:spPr>
        <p:txBody>
          <a:bodyPr vert="horz" lIns="0" tIns="0" rIns="0" bIns="0" rtlCol="0">
            <a:noAutofit/>
          </a:bodyPr>
          <a:lstStyle/>
          <a:p>
            <a:pPr lvl="0"/>
            <a:r>
              <a:rPr lang="en-US"/>
              <a:t>Click to edit Master text styles</a:t>
            </a:r>
          </a:p>
          <a:p>
            <a:pPr lvl="1"/>
            <a:r>
              <a:rPr lang="en-US"/>
              <a:t>Bullet style</a:t>
            </a:r>
          </a:p>
          <a:p>
            <a:pPr lvl="1"/>
            <a:endParaRPr lang="en-US"/>
          </a:p>
        </p:txBody>
      </p:sp>
    </p:spTree>
    <p:extLst>
      <p:ext uri="{BB962C8B-B14F-4D97-AF65-F5344CB8AC3E}">
        <p14:creationId xmlns:p14="http://schemas.microsoft.com/office/powerpoint/2010/main" val="1233805520"/>
      </p:ext>
    </p:extLst>
  </p:cSld>
  <p:clrMap bg1="lt1" tx1="dk1" bg2="lt2" tx2="dk2" accent1="accent1" accent2="accent2" accent3="accent3" accent4="accent4" accent5="accent5" accent6="accent6" hlink="hlink" folHlink="folHlink"/>
  <p:sldLayoutIdLst>
    <p:sldLayoutId id="2147483662" r:id="rId1"/>
    <p:sldLayoutId id="2147483682" r:id="rId2"/>
    <p:sldLayoutId id="2147483675" r:id="rId3"/>
    <p:sldLayoutId id="2147483674" r:id="rId4"/>
    <p:sldLayoutId id="2147483676" r:id="rId5"/>
    <p:sldLayoutId id="2147483663" r:id="rId6"/>
    <p:sldLayoutId id="2147483677" r:id="rId7"/>
    <p:sldLayoutId id="2147483679" r:id="rId8"/>
    <p:sldLayoutId id="2147483678" r:id="rId9"/>
    <p:sldLayoutId id="2147483667" r:id="rId10"/>
    <p:sldLayoutId id="2147483680" r:id="rId11"/>
    <p:sldLayoutId id="2147483681" r:id="rId12"/>
    <p:sldLayoutId id="2147483683" r:id="rId13"/>
    <p:sldLayoutId id="2147483684" r:id="rId14"/>
  </p:sldLayoutIdLst>
  <p:hf hdr="0" ftr="0" dt="0"/>
  <p:txStyles>
    <p:titleStyle>
      <a:lvl1pPr algn="l" defTabSz="914400" rtl="0" eaLnBrk="1" latinLnBrk="0" hangingPunct="1">
        <a:lnSpc>
          <a:spcPct val="100000"/>
        </a:lnSpc>
        <a:spcBef>
          <a:spcPct val="0"/>
        </a:spcBef>
        <a:buNone/>
        <a:defRPr sz="4400" kern="1200">
          <a:solidFill>
            <a:srgbClr val="112E51"/>
          </a:solidFill>
          <a:latin typeface="Helvetica" charset="0"/>
          <a:ea typeface="Helvetica" charset="0"/>
          <a:cs typeface="Helvetica" charset="0"/>
        </a:defRPr>
      </a:lvl1pPr>
    </p:titleStyle>
    <p:bodyStyle>
      <a:lvl1pPr marL="0" indent="0" algn="l" defTabSz="914400" rtl="0" eaLnBrk="1" latinLnBrk="0" hangingPunct="1">
        <a:lnSpc>
          <a:spcPct val="100000"/>
        </a:lnSpc>
        <a:spcBef>
          <a:spcPts val="1000"/>
        </a:spcBef>
        <a:spcAft>
          <a:spcPts val="900"/>
        </a:spcAft>
        <a:buClr>
          <a:schemeClr val="accent1"/>
        </a:buClr>
        <a:buSzPct val="85000"/>
        <a:buFont typeface="Arial" panose="020B0604020202020204" pitchFamily="34" charset="0"/>
        <a:buNone/>
        <a:defRPr sz="3000" b="0" kern="1200">
          <a:solidFill>
            <a:schemeClr val="tx1"/>
          </a:solidFill>
          <a:latin typeface="Helvetica" charset="0"/>
          <a:ea typeface="Helvetica" charset="0"/>
          <a:cs typeface="Helvetica" charset="0"/>
        </a:defRPr>
      </a:lvl1pPr>
      <a:lvl2pPr marL="800100" indent="-342900" algn="l" defTabSz="914400" rtl="0" eaLnBrk="1" latinLnBrk="0" hangingPunct="1">
        <a:lnSpc>
          <a:spcPct val="100000"/>
        </a:lnSpc>
        <a:spcBef>
          <a:spcPts val="500"/>
        </a:spcBef>
        <a:spcAft>
          <a:spcPts val="900"/>
        </a:spcAft>
        <a:buClr>
          <a:schemeClr val="accent1"/>
        </a:buClr>
        <a:buSzPct val="85000"/>
        <a:buFont typeface="Arial" panose="020B0604020202020204" pitchFamily="34" charset="0"/>
        <a:buChar char="•"/>
        <a:defRPr sz="3000" kern="1200">
          <a:solidFill>
            <a:schemeClr val="tx1"/>
          </a:solidFill>
          <a:latin typeface="Helvetica" charset="0"/>
          <a:ea typeface="Helvetica" charset="0"/>
          <a:cs typeface="Helvetica" charset="0"/>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Helvetica" charset="0"/>
          <a:ea typeface="Helvetica" charset="0"/>
          <a:cs typeface="Helvetica" charset="0"/>
        </a:defRPr>
      </a:lvl3pPr>
      <a:lvl4pPr marL="1600200" indent="-228600" algn="l" defTabSz="914400" rtl="0" eaLnBrk="1" latinLnBrk="0" hangingPunct="1">
        <a:lnSpc>
          <a:spcPct val="90000"/>
        </a:lnSpc>
        <a:spcBef>
          <a:spcPts val="500"/>
        </a:spcBef>
        <a:buFont typeface="Arial"/>
        <a:buChar char="•"/>
        <a:defRPr sz="2000" kern="1200">
          <a:solidFill>
            <a:schemeClr val="tx1"/>
          </a:solidFill>
          <a:latin typeface="Helvetica" charset="0"/>
          <a:ea typeface="Helvetica" charset="0"/>
          <a:cs typeface="Helvetica" charset="0"/>
        </a:defRPr>
      </a:lvl4pPr>
      <a:lvl5pPr marL="2057400" indent="-228600" algn="l" defTabSz="914400" rtl="0" eaLnBrk="1" latinLnBrk="0" hangingPunct="1">
        <a:lnSpc>
          <a:spcPct val="90000"/>
        </a:lnSpc>
        <a:spcBef>
          <a:spcPts val="500"/>
        </a:spcBef>
        <a:buFont typeface="Arial"/>
        <a:buChar char="•"/>
        <a:defRPr sz="2000" kern="1200">
          <a:solidFill>
            <a:schemeClr val="tx1"/>
          </a:solidFill>
          <a:latin typeface="Helvetica" charset="0"/>
          <a:ea typeface="Helvetica" charset="0"/>
          <a:cs typeface="Helvetica" charset="0"/>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3.png"/><Relationship Id="rId7" Type="http://schemas.openxmlformats.org/officeDocument/2006/relationships/image" Target="../media/image17.png"/><Relationship Id="rId2" Type="http://schemas.openxmlformats.org/officeDocument/2006/relationships/notesSlide" Target="../notesSlides/notesSlide1.xml"/><Relationship Id="rId1" Type="http://schemas.openxmlformats.org/officeDocument/2006/relationships/slideLayout" Target="../slideLayouts/slideLayout13.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_rels/slide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xml"/><Relationship Id="rId1" Type="http://schemas.openxmlformats.org/officeDocument/2006/relationships/slideLayout" Target="../slideLayouts/slideLayout3.xml"/><Relationship Id="rId4" Type="http://schemas.openxmlformats.org/officeDocument/2006/relationships/hyperlink" Target="https://www.ncbi.nlm.nih.gov/pathogens/" TargetMode="Externa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95D8FF-BA3C-AD83-94A7-05A0DCB26570}"/>
              </a:ext>
            </a:extLst>
          </p:cNvPr>
          <p:cNvSpPr>
            <a:spLocks noGrp="1"/>
          </p:cNvSpPr>
          <p:nvPr>
            <p:ph type="title"/>
          </p:nvPr>
        </p:nvSpPr>
        <p:spPr>
          <a:xfrm>
            <a:off x="426720" y="365126"/>
            <a:ext cx="9430344" cy="1683116"/>
          </a:xfrm>
        </p:spPr>
        <p:txBody>
          <a:bodyPr/>
          <a:lstStyle/>
          <a:p>
            <a:r>
              <a:rPr lang="en-US" dirty="0"/>
              <a:t>ASM BIG 2026 NCBI Workshop</a:t>
            </a:r>
            <a:br>
              <a:rPr lang="en-US" dirty="0"/>
            </a:br>
            <a:r>
              <a:rPr lang="en-US" dirty="0"/>
              <a:t>NCBI Pathogen Detection</a:t>
            </a:r>
          </a:p>
        </p:txBody>
      </p:sp>
      <p:sp>
        <p:nvSpPr>
          <p:cNvPr id="3" name="Text Placeholder 2">
            <a:extLst>
              <a:ext uri="{FF2B5EF4-FFF2-40B4-BE49-F238E27FC236}">
                <a16:creationId xmlns:a16="http://schemas.microsoft.com/office/drawing/2014/main" id="{AA1B7D85-FF5C-A1F9-5102-A1369F502494}"/>
              </a:ext>
            </a:extLst>
          </p:cNvPr>
          <p:cNvSpPr>
            <a:spLocks noGrp="1"/>
          </p:cNvSpPr>
          <p:nvPr>
            <p:ph type="body" sz="quarter" idx="4294967295"/>
          </p:nvPr>
        </p:nvSpPr>
        <p:spPr>
          <a:xfrm>
            <a:off x="427038" y="2230438"/>
            <a:ext cx="6946900" cy="1928203"/>
          </a:xfrm>
        </p:spPr>
        <p:txBody>
          <a:bodyPr>
            <a:normAutofit/>
          </a:bodyPr>
          <a:lstStyle/>
          <a:p>
            <a:pPr marL="0" indent="0">
              <a:buNone/>
            </a:pPr>
            <a:r>
              <a:rPr lang="en-US" dirty="0"/>
              <a:t>Arjun Prasad</a:t>
            </a:r>
            <a:br>
              <a:rPr lang="en-US" dirty="0"/>
            </a:br>
            <a:r>
              <a:rPr lang="en-US" sz="2800" dirty="0"/>
              <a:t>October 11, 2026</a:t>
            </a:r>
            <a:endParaRPr lang="en-US" dirty="0"/>
          </a:p>
        </p:txBody>
      </p:sp>
    </p:spTree>
    <p:extLst>
      <p:ext uri="{BB962C8B-B14F-4D97-AF65-F5344CB8AC3E}">
        <p14:creationId xmlns:p14="http://schemas.microsoft.com/office/powerpoint/2010/main" val="145905017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EAFAF836-792F-4FEE-9722-6B817A259CD9}"/>
              </a:ext>
            </a:extLst>
          </p:cNvPr>
          <p:cNvGrpSpPr/>
          <p:nvPr/>
        </p:nvGrpSpPr>
        <p:grpSpPr>
          <a:xfrm>
            <a:off x="237818" y="393825"/>
            <a:ext cx="10748671" cy="5879138"/>
            <a:chOff x="612161" y="51597"/>
            <a:chExt cx="11870573" cy="6827807"/>
          </a:xfrm>
        </p:grpSpPr>
        <p:sp>
          <p:nvSpPr>
            <p:cNvPr id="5" name="TextBox 4">
              <a:extLst>
                <a:ext uri="{FF2B5EF4-FFF2-40B4-BE49-F238E27FC236}">
                  <a16:creationId xmlns:a16="http://schemas.microsoft.com/office/drawing/2014/main" id="{55BAF201-C3B1-497C-800B-CC28A285FA32}"/>
                </a:ext>
              </a:extLst>
            </p:cNvPr>
            <p:cNvSpPr txBox="1"/>
            <p:nvPr/>
          </p:nvSpPr>
          <p:spPr>
            <a:xfrm>
              <a:off x="2920689" y="51597"/>
              <a:ext cx="5714941" cy="536160"/>
            </a:xfrm>
            <a:prstGeom prst="rect">
              <a:avLst/>
            </a:prstGeom>
            <a:noFill/>
          </p:spPr>
          <p:txBody>
            <a:bodyPr wrap="none" rtlCol="0">
              <a:spAutoFit/>
            </a:bodyPr>
            <a:lstStyle/>
            <a:p>
              <a:r>
                <a:rPr lang="en-US" sz="2400" b="1" dirty="0">
                  <a:latin typeface="Arial" panose="020B0604020202020204" pitchFamily="34" charset="0"/>
                  <a:cs typeface="Arial" panose="020B0604020202020204" pitchFamily="34" charset="0"/>
                </a:rPr>
                <a:t>NCBI Pathogen Detection Pipeline</a:t>
              </a:r>
            </a:p>
          </p:txBody>
        </p:sp>
        <p:grpSp>
          <p:nvGrpSpPr>
            <p:cNvPr id="6" name="Group 5">
              <a:extLst>
                <a:ext uri="{FF2B5EF4-FFF2-40B4-BE49-F238E27FC236}">
                  <a16:creationId xmlns:a16="http://schemas.microsoft.com/office/drawing/2014/main" id="{A9DF2845-5844-4876-8D88-74D64329490A}"/>
                </a:ext>
              </a:extLst>
            </p:cNvPr>
            <p:cNvGrpSpPr/>
            <p:nvPr/>
          </p:nvGrpSpPr>
          <p:grpSpPr>
            <a:xfrm>
              <a:off x="612161" y="702308"/>
              <a:ext cx="11870573" cy="6177096"/>
              <a:chOff x="37892" y="43236"/>
              <a:chExt cx="12444842" cy="6856111"/>
            </a:xfrm>
          </p:grpSpPr>
          <p:sp>
            <p:nvSpPr>
              <p:cNvPr id="7" name="Rounded Rectangle 111">
                <a:extLst>
                  <a:ext uri="{FF2B5EF4-FFF2-40B4-BE49-F238E27FC236}">
                    <a16:creationId xmlns:a16="http://schemas.microsoft.com/office/drawing/2014/main" id="{7C49B8FA-86B1-485A-A8FE-850E4DB20BE5}"/>
                  </a:ext>
                </a:extLst>
              </p:cNvPr>
              <p:cNvSpPr/>
              <p:nvPr/>
            </p:nvSpPr>
            <p:spPr>
              <a:xfrm>
                <a:off x="6660806" y="43236"/>
                <a:ext cx="5821928" cy="6586163"/>
              </a:xfrm>
              <a:prstGeom prst="roundRect">
                <a:avLst/>
              </a:prstGeom>
              <a:solidFill>
                <a:schemeClr val="accent1">
                  <a:alpha val="12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latin typeface="Arial" panose="020B0604020202020204" pitchFamily="34" charset="0"/>
                  <a:cs typeface="Arial" panose="020B0604020202020204" pitchFamily="34" charset="0"/>
                </a:endParaRPr>
              </a:p>
            </p:txBody>
          </p:sp>
          <p:sp>
            <p:nvSpPr>
              <p:cNvPr id="8" name="Rectangle 7">
                <a:extLst>
                  <a:ext uri="{FF2B5EF4-FFF2-40B4-BE49-F238E27FC236}">
                    <a16:creationId xmlns:a16="http://schemas.microsoft.com/office/drawing/2014/main" id="{3A3BD6DA-5F77-42D4-886C-8DADED01CA42}"/>
                  </a:ext>
                </a:extLst>
              </p:cNvPr>
              <p:cNvSpPr/>
              <p:nvPr/>
            </p:nvSpPr>
            <p:spPr>
              <a:xfrm>
                <a:off x="6170556" y="993069"/>
                <a:ext cx="994117" cy="4816990"/>
              </a:xfrm>
              <a:prstGeom prst="rect">
                <a:avLst/>
              </a:prstGeom>
              <a:solidFill>
                <a:schemeClr val="accent1">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latin typeface="Arial" panose="020B0604020202020204" pitchFamily="34" charset="0"/>
                  <a:cs typeface="Arial" panose="020B0604020202020204" pitchFamily="34" charset="0"/>
                </a:endParaRPr>
              </a:p>
            </p:txBody>
          </p:sp>
          <p:grpSp>
            <p:nvGrpSpPr>
              <p:cNvPr id="9" name="Group 8">
                <a:extLst>
                  <a:ext uri="{FF2B5EF4-FFF2-40B4-BE49-F238E27FC236}">
                    <a16:creationId xmlns:a16="http://schemas.microsoft.com/office/drawing/2014/main" id="{AE2C7ED7-3775-405D-B668-631EE3DF1E34}"/>
                  </a:ext>
                </a:extLst>
              </p:cNvPr>
              <p:cNvGrpSpPr/>
              <p:nvPr/>
            </p:nvGrpSpPr>
            <p:grpSpPr>
              <a:xfrm>
                <a:off x="2217556" y="1608978"/>
                <a:ext cx="3985559" cy="817256"/>
                <a:chOff x="2235135" y="2972082"/>
                <a:chExt cx="3985559" cy="817256"/>
              </a:xfrm>
            </p:grpSpPr>
            <p:sp>
              <p:nvSpPr>
                <p:cNvPr id="49" name="Rounded Rectangle 19">
                  <a:extLst>
                    <a:ext uri="{FF2B5EF4-FFF2-40B4-BE49-F238E27FC236}">
                      <a16:creationId xmlns:a16="http://schemas.microsoft.com/office/drawing/2014/main" id="{99F0D0E2-9D09-43AD-931C-A523397DA34D}"/>
                    </a:ext>
                  </a:extLst>
                </p:cNvPr>
                <p:cNvSpPr/>
                <p:nvPr/>
              </p:nvSpPr>
              <p:spPr>
                <a:xfrm>
                  <a:off x="2235135" y="2972082"/>
                  <a:ext cx="1233058" cy="817256"/>
                </a:xfrm>
                <a:prstGeom prst="roundRect">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latin typeface="Arial" panose="020B0604020202020204" pitchFamily="34" charset="0"/>
                    <a:cs typeface="Arial" panose="020B0604020202020204" pitchFamily="34" charset="0"/>
                  </a:endParaRPr>
                </a:p>
              </p:txBody>
            </p:sp>
            <p:grpSp>
              <p:nvGrpSpPr>
                <p:cNvPr id="50" name="Group 49">
                  <a:extLst>
                    <a:ext uri="{FF2B5EF4-FFF2-40B4-BE49-F238E27FC236}">
                      <a16:creationId xmlns:a16="http://schemas.microsoft.com/office/drawing/2014/main" id="{4AF82B7C-F11A-4FE3-8676-823105A215BA}"/>
                    </a:ext>
                  </a:extLst>
                </p:cNvPr>
                <p:cNvGrpSpPr/>
                <p:nvPr/>
              </p:nvGrpSpPr>
              <p:grpSpPr>
                <a:xfrm>
                  <a:off x="2348757" y="3095596"/>
                  <a:ext cx="3871937" cy="573422"/>
                  <a:chOff x="2348757" y="3095596"/>
                  <a:chExt cx="3871937" cy="573422"/>
                </a:xfrm>
              </p:grpSpPr>
              <p:pic>
                <p:nvPicPr>
                  <p:cNvPr id="51" name="Picture 50">
                    <a:extLst>
                      <a:ext uri="{FF2B5EF4-FFF2-40B4-BE49-F238E27FC236}">
                        <a16:creationId xmlns:a16="http://schemas.microsoft.com/office/drawing/2014/main" id="{01327326-D949-40D2-8E5A-07659FDE768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348757" y="3095596"/>
                    <a:ext cx="969356" cy="573422"/>
                  </a:xfrm>
                  <a:prstGeom prst="rect">
                    <a:avLst/>
                  </a:prstGeom>
                  <a:gradFill flip="none" rotWithShape="1">
                    <a:gsLst>
                      <a:gs pos="0">
                        <a:schemeClr val="tx2">
                          <a:lumMod val="60000"/>
                          <a:lumOff val="40000"/>
                          <a:tint val="66000"/>
                          <a:satMod val="160000"/>
                        </a:schemeClr>
                      </a:gs>
                      <a:gs pos="50000">
                        <a:schemeClr val="tx2">
                          <a:lumMod val="60000"/>
                          <a:lumOff val="40000"/>
                          <a:tint val="44500"/>
                          <a:satMod val="160000"/>
                        </a:schemeClr>
                      </a:gs>
                      <a:gs pos="100000">
                        <a:schemeClr val="tx2">
                          <a:lumMod val="60000"/>
                          <a:lumOff val="40000"/>
                          <a:tint val="23500"/>
                          <a:satMod val="160000"/>
                        </a:schemeClr>
                      </a:gs>
                    </a:gsLst>
                    <a:lin ang="0" scaled="1"/>
                    <a:tileRect/>
                  </a:gradFill>
                </p:spPr>
              </p:pic>
              <p:cxnSp>
                <p:nvCxnSpPr>
                  <p:cNvPr id="52" name="Straight Arrow Connector 51">
                    <a:extLst>
                      <a:ext uri="{FF2B5EF4-FFF2-40B4-BE49-F238E27FC236}">
                        <a16:creationId xmlns:a16="http://schemas.microsoft.com/office/drawing/2014/main" id="{57D150D4-16F2-4FC6-A2D1-00CCE7A4AA6E}"/>
                      </a:ext>
                    </a:extLst>
                  </p:cNvPr>
                  <p:cNvCxnSpPr>
                    <a:cxnSpLocks/>
                    <a:stCxn id="49" idx="3"/>
                  </p:cNvCxnSpPr>
                  <p:nvPr/>
                </p:nvCxnSpPr>
                <p:spPr>
                  <a:xfrm>
                    <a:off x="3468193" y="3380711"/>
                    <a:ext cx="2752501" cy="0"/>
                  </a:xfrm>
                  <a:prstGeom prst="straightConnector1">
                    <a:avLst/>
                  </a:prstGeom>
                  <a:gradFill flip="none" rotWithShape="1">
                    <a:gsLst>
                      <a:gs pos="0">
                        <a:schemeClr val="tx2">
                          <a:lumMod val="60000"/>
                          <a:lumOff val="40000"/>
                          <a:tint val="66000"/>
                          <a:satMod val="160000"/>
                        </a:schemeClr>
                      </a:gs>
                      <a:gs pos="50000">
                        <a:schemeClr val="tx2">
                          <a:lumMod val="60000"/>
                          <a:lumOff val="40000"/>
                          <a:tint val="44500"/>
                          <a:satMod val="160000"/>
                        </a:schemeClr>
                      </a:gs>
                      <a:gs pos="100000">
                        <a:schemeClr val="tx2">
                          <a:lumMod val="60000"/>
                          <a:lumOff val="40000"/>
                          <a:tint val="23500"/>
                          <a:satMod val="160000"/>
                        </a:schemeClr>
                      </a:gs>
                    </a:gsLst>
                    <a:lin ang="0" scaled="1"/>
                    <a:tileRect/>
                  </a:gradFill>
                  <a:ln w="57150">
                    <a:solidFill>
                      <a:srgbClr val="00B0F0"/>
                    </a:solidFill>
                    <a:tailEnd type="triangle"/>
                  </a:ln>
                </p:spPr>
                <p:style>
                  <a:lnRef idx="1">
                    <a:schemeClr val="accent1"/>
                  </a:lnRef>
                  <a:fillRef idx="0">
                    <a:schemeClr val="accent1"/>
                  </a:fillRef>
                  <a:effectRef idx="0">
                    <a:schemeClr val="accent1"/>
                  </a:effectRef>
                  <a:fontRef idx="minor">
                    <a:schemeClr val="tx1"/>
                  </a:fontRef>
                </p:style>
              </p:cxnSp>
            </p:grpSp>
          </p:grpSp>
          <p:grpSp>
            <p:nvGrpSpPr>
              <p:cNvPr id="10" name="Group 9">
                <a:extLst>
                  <a:ext uri="{FF2B5EF4-FFF2-40B4-BE49-F238E27FC236}">
                    <a16:creationId xmlns:a16="http://schemas.microsoft.com/office/drawing/2014/main" id="{6ECC8670-21F3-430E-B1BE-679A9B70EC1B}"/>
                  </a:ext>
                </a:extLst>
              </p:cNvPr>
              <p:cNvGrpSpPr/>
              <p:nvPr/>
            </p:nvGrpSpPr>
            <p:grpSpPr>
              <a:xfrm>
                <a:off x="2217556" y="731319"/>
                <a:ext cx="4018462" cy="751026"/>
                <a:chOff x="2217556" y="731319"/>
                <a:chExt cx="4018462" cy="751026"/>
              </a:xfrm>
            </p:grpSpPr>
            <p:sp>
              <p:nvSpPr>
                <p:cNvPr id="46" name="Rounded Rectangle 28">
                  <a:extLst>
                    <a:ext uri="{FF2B5EF4-FFF2-40B4-BE49-F238E27FC236}">
                      <a16:creationId xmlns:a16="http://schemas.microsoft.com/office/drawing/2014/main" id="{8743CCDE-93D6-474E-AC37-4B89B267A1A8}"/>
                    </a:ext>
                  </a:extLst>
                </p:cNvPr>
                <p:cNvSpPr/>
                <p:nvPr/>
              </p:nvSpPr>
              <p:spPr>
                <a:xfrm>
                  <a:off x="2217556" y="731319"/>
                  <a:ext cx="1233059" cy="751026"/>
                </a:xfrm>
                <a:prstGeom prst="roundRect">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latin typeface="Arial" panose="020B0604020202020204" pitchFamily="34" charset="0"/>
                    <a:cs typeface="Arial" panose="020B0604020202020204" pitchFamily="34" charset="0"/>
                  </a:endParaRPr>
                </a:p>
              </p:txBody>
            </p:sp>
            <p:pic>
              <p:nvPicPr>
                <p:cNvPr id="47" name="Picture 46">
                  <a:extLst>
                    <a:ext uri="{FF2B5EF4-FFF2-40B4-BE49-F238E27FC236}">
                      <a16:creationId xmlns:a16="http://schemas.microsoft.com/office/drawing/2014/main" id="{5AAD4B44-D915-4F3C-B3B6-2EAB71DCC6E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264281" y="883817"/>
                  <a:ext cx="1090958" cy="484871"/>
                </a:xfrm>
                <a:prstGeom prst="rect">
                  <a:avLst/>
                </a:prstGeom>
                <a:gradFill flip="none" rotWithShape="1">
                  <a:gsLst>
                    <a:gs pos="39000">
                      <a:schemeClr val="tx2">
                        <a:lumMod val="20000"/>
                        <a:lumOff val="80000"/>
                      </a:schemeClr>
                    </a:gs>
                    <a:gs pos="62000">
                      <a:schemeClr val="tx2">
                        <a:lumMod val="20000"/>
                        <a:lumOff val="80000"/>
                      </a:schemeClr>
                    </a:gs>
                    <a:gs pos="8000">
                      <a:schemeClr val="tx2">
                        <a:lumMod val="60000"/>
                        <a:lumOff val="40000"/>
                      </a:schemeClr>
                    </a:gs>
                  </a:gsLst>
                  <a:lin ang="0" scaled="1"/>
                  <a:tileRect/>
                </a:gradFill>
              </p:spPr>
            </p:pic>
            <p:cxnSp>
              <p:nvCxnSpPr>
                <p:cNvPr id="48" name="Straight Arrow Connector 47">
                  <a:extLst>
                    <a:ext uri="{FF2B5EF4-FFF2-40B4-BE49-F238E27FC236}">
                      <a16:creationId xmlns:a16="http://schemas.microsoft.com/office/drawing/2014/main" id="{BC1A0C07-95DA-4F30-901C-0CB8A37E5421}"/>
                    </a:ext>
                  </a:extLst>
                </p:cNvPr>
                <p:cNvCxnSpPr/>
                <p:nvPr/>
              </p:nvCxnSpPr>
              <p:spPr>
                <a:xfrm>
                  <a:off x="3450615" y="1236908"/>
                  <a:ext cx="2785403" cy="0"/>
                </a:xfrm>
                <a:prstGeom prst="straightConnector1">
                  <a:avLst/>
                </a:prstGeom>
                <a:gradFill flip="none" rotWithShape="1">
                  <a:gsLst>
                    <a:gs pos="39000">
                      <a:schemeClr val="tx2">
                        <a:lumMod val="20000"/>
                        <a:lumOff val="80000"/>
                      </a:schemeClr>
                    </a:gs>
                    <a:gs pos="62000">
                      <a:schemeClr val="tx2">
                        <a:lumMod val="20000"/>
                        <a:lumOff val="80000"/>
                      </a:schemeClr>
                    </a:gs>
                    <a:gs pos="8000">
                      <a:schemeClr val="tx2">
                        <a:lumMod val="60000"/>
                        <a:lumOff val="40000"/>
                      </a:schemeClr>
                    </a:gs>
                  </a:gsLst>
                  <a:lin ang="0" scaled="1"/>
                  <a:tileRect/>
                </a:gradFill>
                <a:ln w="57150">
                  <a:solidFill>
                    <a:srgbClr val="00B0F0"/>
                  </a:solidFill>
                  <a:tailEnd type="triangle"/>
                </a:ln>
              </p:spPr>
              <p:style>
                <a:lnRef idx="1">
                  <a:schemeClr val="accent1"/>
                </a:lnRef>
                <a:fillRef idx="0">
                  <a:schemeClr val="accent1"/>
                </a:fillRef>
                <a:effectRef idx="0">
                  <a:schemeClr val="accent1"/>
                </a:effectRef>
                <a:fontRef idx="minor">
                  <a:schemeClr val="tx1"/>
                </a:fontRef>
              </p:style>
            </p:cxnSp>
          </p:grpSp>
          <p:grpSp>
            <p:nvGrpSpPr>
              <p:cNvPr id="11" name="Group 10">
                <a:extLst>
                  <a:ext uri="{FF2B5EF4-FFF2-40B4-BE49-F238E27FC236}">
                    <a16:creationId xmlns:a16="http://schemas.microsoft.com/office/drawing/2014/main" id="{CC0AC917-A1E4-46C9-8102-95EBF33BC349}"/>
                  </a:ext>
                </a:extLst>
              </p:cNvPr>
              <p:cNvGrpSpPr/>
              <p:nvPr/>
            </p:nvGrpSpPr>
            <p:grpSpPr>
              <a:xfrm>
                <a:off x="2209824" y="2552867"/>
                <a:ext cx="3967301" cy="691347"/>
                <a:chOff x="2235135" y="1582276"/>
                <a:chExt cx="3967301" cy="691347"/>
              </a:xfrm>
            </p:grpSpPr>
            <p:sp>
              <p:nvSpPr>
                <p:cNvPr id="44" name="Rounded Rectangle 48">
                  <a:extLst>
                    <a:ext uri="{FF2B5EF4-FFF2-40B4-BE49-F238E27FC236}">
                      <a16:creationId xmlns:a16="http://schemas.microsoft.com/office/drawing/2014/main" id="{05A15DCC-1A70-459D-9CF7-D44FCF8732D3}"/>
                    </a:ext>
                  </a:extLst>
                </p:cNvPr>
                <p:cNvSpPr/>
                <p:nvPr/>
              </p:nvSpPr>
              <p:spPr>
                <a:xfrm>
                  <a:off x="2235135" y="1582276"/>
                  <a:ext cx="1247360" cy="691347"/>
                </a:xfrm>
                <a:prstGeom prst="roundRect">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latin typeface="Arial" panose="020B0604020202020204" pitchFamily="34" charset="0"/>
                    <a:cs typeface="Arial" panose="020B0604020202020204" pitchFamily="34" charset="0"/>
                  </a:endParaRPr>
                </a:p>
              </p:txBody>
            </p:sp>
            <p:cxnSp>
              <p:nvCxnSpPr>
                <p:cNvPr id="45" name="Straight Arrow Connector 44">
                  <a:extLst>
                    <a:ext uri="{FF2B5EF4-FFF2-40B4-BE49-F238E27FC236}">
                      <a16:creationId xmlns:a16="http://schemas.microsoft.com/office/drawing/2014/main" id="{54340804-593C-4B2D-9ACF-E82283572130}"/>
                    </a:ext>
                  </a:extLst>
                </p:cNvPr>
                <p:cNvCxnSpPr>
                  <a:stCxn id="44" idx="3"/>
                </p:cNvCxnSpPr>
                <p:nvPr/>
              </p:nvCxnSpPr>
              <p:spPr>
                <a:xfrm flipV="1">
                  <a:off x="3482495" y="1927514"/>
                  <a:ext cx="2719941" cy="436"/>
                </a:xfrm>
                <a:prstGeom prst="straightConnector1">
                  <a:avLst/>
                </a:prstGeom>
                <a:gradFill flip="none" rotWithShape="1">
                  <a:gsLst>
                    <a:gs pos="39000">
                      <a:schemeClr val="tx2">
                        <a:lumMod val="20000"/>
                        <a:lumOff val="80000"/>
                      </a:schemeClr>
                    </a:gs>
                    <a:gs pos="62000">
                      <a:schemeClr val="tx2">
                        <a:lumMod val="20000"/>
                        <a:lumOff val="80000"/>
                      </a:schemeClr>
                    </a:gs>
                    <a:gs pos="8000">
                      <a:schemeClr val="tx2">
                        <a:lumMod val="60000"/>
                        <a:lumOff val="40000"/>
                      </a:schemeClr>
                    </a:gs>
                  </a:gsLst>
                  <a:lin ang="0" scaled="1"/>
                  <a:tileRect/>
                </a:gradFill>
                <a:ln w="57150">
                  <a:solidFill>
                    <a:srgbClr val="00B0F0"/>
                  </a:solidFill>
                  <a:tailEnd type="triangle"/>
                </a:ln>
              </p:spPr>
              <p:style>
                <a:lnRef idx="1">
                  <a:schemeClr val="accent1"/>
                </a:lnRef>
                <a:fillRef idx="0">
                  <a:schemeClr val="accent1"/>
                </a:fillRef>
                <a:effectRef idx="0">
                  <a:schemeClr val="accent1"/>
                </a:effectRef>
                <a:fontRef idx="minor">
                  <a:schemeClr val="tx1"/>
                </a:fontRef>
              </p:style>
            </p:cxnSp>
          </p:grpSp>
          <p:grpSp>
            <p:nvGrpSpPr>
              <p:cNvPr id="12" name="Group 11">
                <a:extLst>
                  <a:ext uri="{FF2B5EF4-FFF2-40B4-BE49-F238E27FC236}">
                    <a16:creationId xmlns:a16="http://schemas.microsoft.com/office/drawing/2014/main" id="{3F0E450D-579B-495C-B45F-673681173FD6}"/>
                  </a:ext>
                </a:extLst>
              </p:cNvPr>
              <p:cNvGrpSpPr/>
              <p:nvPr/>
            </p:nvGrpSpPr>
            <p:grpSpPr>
              <a:xfrm>
                <a:off x="1776588" y="5232993"/>
                <a:ext cx="4424966" cy="560138"/>
                <a:chOff x="1406933" y="1035418"/>
                <a:chExt cx="4818744" cy="560138"/>
              </a:xfrm>
              <a:gradFill flip="none" rotWithShape="1">
                <a:gsLst>
                  <a:gs pos="100000">
                    <a:schemeClr val="accent1">
                      <a:lumMod val="0"/>
                      <a:lumOff val="100000"/>
                    </a:schemeClr>
                  </a:gs>
                  <a:gs pos="100000">
                    <a:schemeClr val="accent1">
                      <a:lumMod val="0"/>
                      <a:lumOff val="100000"/>
                    </a:schemeClr>
                  </a:gs>
                  <a:gs pos="0">
                    <a:schemeClr val="accent1">
                      <a:lumMod val="100000"/>
                    </a:schemeClr>
                  </a:gs>
                </a:gsLst>
                <a:lin ang="0" scaled="1"/>
                <a:tileRect/>
              </a:gradFill>
            </p:grpSpPr>
            <p:sp>
              <p:nvSpPr>
                <p:cNvPr id="42" name="Rounded Rectangle 67">
                  <a:extLst>
                    <a:ext uri="{FF2B5EF4-FFF2-40B4-BE49-F238E27FC236}">
                      <a16:creationId xmlns:a16="http://schemas.microsoft.com/office/drawing/2014/main" id="{6EE34B47-8B8B-4153-AD05-75E152A5E004}"/>
                    </a:ext>
                  </a:extLst>
                </p:cNvPr>
                <p:cNvSpPr/>
                <p:nvPr/>
              </p:nvSpPr>
              <p:spPr>
                <a:xfrm>
                  <a:off x="1406933" y="1035418"/>
                  <a:ext cx="1856755" cy="560138"/>
                </a:xfrm>
                <a:prstGeom prst="roundRect">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latin typeface="Arial" panose="020B0604020202020204" pitchFamily="34" charset="0"/>
                      <a:cs typeface="Arial" panose="020B0604020202020204" pitchFamily="34" charset="0"/>
                    </a:rPr>
                    <a:t>Clinical sources</a:t>
                  </a:r>
                </a:p>
              </p:txBody>
            </p:sp>
            <p:cxnSp>
              <p:nvCxnSpPr>
                <p:cNvPr id="43" name="Straight Arrow Connector 42">
                  <a:extLst>
                    <a:ext uri="{FF2B5EF4-FFF2-40B4-BE49-F238E27FC236}">
                      <a16:creationId xmlns:a16="http://schemas.microsoft.com/office/drawing/2014/main" id="{D892E1B3-8AF9-48E4-9031-ECFF35A7EB8F}"/>
                    </a:ext>
                  </a:extLst>
                </p:cNvPr>
                <p:cNvCxnSpPr>
                  <a:cxnSpLocks/>
                  <a:stCxn id="42" idx="3"/>
                </p:cNvCxnSpPr>
                <p:nvPr/>
              </p:nvCxnSpPr>
              <p:spPr>
                <a:xfrm>
                  <a:off x="3263688" y="1315487"/>
                  <a:ext cx="2961989" cy="1307"/>
                </a:xfrm>
                <a:prstGeom prst="straightConnector1">
                  <a:avLst/>
                </a:prstGeom>
                <a:grpFill/>
                <a:ln w="57150">
                  <a:solidFill>
                    <a:srgbClr val="00B0F0"/>
                  </a:solidFill>
                  <a:tailEnd type="triangle"/>
                </a:ln>
              </p:spPr>
              <p:style>
                <a:lnRef idx="1">
                  <a:schemeClr val="accent1"/>
                </a:lnRef>
                <a:fillRef idx="0">
                  <a:schemeClr val="accent1"/>
                </a:fillRef>
                <a:effectRef idx="0">
                  <a:schemeClr val="accent1"/>
                </a:effectRef>
                <a:fontRef idx="minor">
                  <a:schemeClr val="tx1"/>
                </a:fontRef>
              </p:style>
            </p:cxnSp>
          </p:grpSp>
          <p:sp>
            <p:nvSpPr>
              <p:cNvPr id="13" name="TextBox 12">
                <a:extLst>
                  <a:ext uri="{FF2B5EF4-FFF2-40B4-BE49-F238E27FC236}">
                    <a16:creationId xmlns:a16="http://schemas.microsoft.com/office/drawing/2014/main" id="{6168CFA7-10D6-40E9-B213-6810D5156337}"/>
                  </a:ext>
                </a:extLst>
              </p:cNvPr>
              <p:cNvSpPr txBox="1"/>
              <p:nvPr/>
            </p:nvSpPr>
            <p:spPr>
              <a:xfrm rot="16200000">
                <a:off x="5989280" y="2972970"/>
                <a:ext cx="1343515" cy="605786"/>
              </a:xfrm>
              <a:prstGeom prst="rect">
                <a:avLst/>
              </a:prstGeom>
              <a:noFill/>
            </p:spPr>
            <p:txBody>
              <a:bodyPr wrap="none" rtlCol="0">
                <a:spAutoFit/>
              </a:bodyPr>
              <a:lstStyle/>
              <a:p>
                <a:r>
                  <a:rPr lang="en-US" sz="2800" dirty="0">
                    <a:latin typeface="Arial" panose="020B0604020202020204" pitchFamily="34" charset="0"/>
                    <a:cs typeface="Arial" panose="020B0604020202020204" pitchFamily="34" charset="0"/>
                  </a:rPr>
                  <a:t>NCBI</a:t>
                </a:r>
              </a:p>
            </p:txBody>
          </p:sp>
          <p:grpSp>
            <p:nvGrpSpPr>
              <p:cNvPr id="14" name="Group 13">
                <a:extLst>
                  <a:ext uri="{FF2B5EF4-FFF2-40B4-BE49-F238E27FC236}">
                    <a16:creationId xmlns:a16="http://schemas.microsoft.com/office/drawing/2014/main" id="{3053C77D-B9D7-478E-85E1-EB2025208B5B}"/>
                  </a:ext>
                </a:extLst>
              </p:cNvPr>
              <p:cNvGrpSpPr/>
              <p:nvPr/>
            </p:nvGrpSpPr>
            <p:grpSpPr>
              <a:xfrm>
                <a:off x="7331757" y="1599805"/>
                <a:ext cx="1409230" cy="3574442"/>
                <a:chOff x="7737227" y="-46279"/>
                <a:chExt cx="1409230" cy="2800468"/>
              </a:xfrm>
              <a:solidFill>
                <a:schemeClr val="accent4">
                  <a:lumMod val="40000"/>
                  <a:lumOff val="60000"/>
                </a:schemeClr>
              </a:solidFill>
            </p:grpSpPr>
            <p:sp>
              <p:nvSpPr>
                <p:cNvPr id="38" name="Flowchart: Magnetic Disk 37">
                  <a:extLst>
                    <a:ext uri="{FF2B5EF4-FFF2-40B4-BE49-F238E27FC236}">
                      <a16:creationId xmlns:a16="http://schemas.microsoft.com/office/drawing/2014/main" id="{214ADA61-0C22-40D3-ACBE-79BFFD6E2F02}"/>
                    </a:ext>
                  </a:extLst>
                </p:cNvPr>
                <p:cNvSpPr/>
                <p:nvPr/>
              </p:nvSpPr>
              <p:spPr>
                <a:xfrm>
                  <a:off x="7737228" y="700403"/>
                  <a:ext cx="1406771" cy="560390"/>
                </a:xfrm>
                <a:prstGeom prst="flowChartMagneticDisk">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latin typeface="Arial" panose="020B0604020202020204" pitchFamily="34" charset="0"/>
                      <a:cs typeface="Arial" panose="020B0604020202020204" pitchFamily="34" charset="0"/>
                    </a:rPr>
                    <a:t>BioSamples</a:t>
                  </a:r>
                </a:p>
              </p:txBody>
            </p:sp>
            <p:sp>
              <p:nvSpPr>
                <p:cNvPr id="39" name="Flowchart: Magnetic Disk 38">
                  <a:extLst>
                    <a:ext uri="{FF2B5EF4-FFF2-40B4-BE49-F238E27FC236}">
                      <a16:creationId xmlns:a16="http://schemas.microsoft.com/office/drawing/2014/main" id="{E4229EE1-BF76-4833-9443-1ACB13029D0C}"/>
                    </a:ext>
                  </a:extLst>
                </p:cNvPr>
                <p:cNvSpPr/>
                <p:nvPr/>
              </p:nvSpPr>
              <p:spPr>
                <a:xfrm>
                  <a:off x="7739686" y="1447094"/>
                  <a:ext cx="1406771" cy="560390"/>
                </a:xfrm>
                <a:prstGeom prst="flowChartMagneticDisk">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latin typeface="Arial" panose="020B0604020202020204" pitchFamily="34" charset="0"/>
                      <a:cs typeface="Arial" panose="020B0604020202020204" pitchFamily="34" charset="0"/>
                    </a:rPr>
                    <a:t>SRA</a:t>
                  </a:r>
                </a:p>
              </p:txBody>
            </p:sp>
            <p:sp>
              <p:nvSpPr>
                <p:cNvPr id="40" name="Flowchart: Magnetic Disk 39">
                  <a:extLst>
                    <a:ext uri="{FF2B5EF4-FFF2-40B4-BE49-F238E27FC236}">
                      <a16:creationId xmlns:a16="http://schemas.microsoft.com/office/drawing/2014/main" id="{E4E1DE9D-73E3-46E7-826B-E13A3EFE8253}"/>
                    </a:ext>
                  </a:extLst>
                </p:cNvPr>
                <p:cNvSpPr/>
                <p:nvPr/>
              </p:nvSpPr>
              <p:spPr>
                <a:xfrm>
                  <a:off x="7737227" y="2193799"/>
                  <a:ext cx="1406771" cy="560390"/>
                </a:xfrm>
                <a:prstGeom prst="flowChartMagneticDisk">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latin typeface="Arial" panose="020B0604020202020204" pitchFamily="34" charset="0"/>
                      <a:cs typeface="Arial" panose="020B0604020202020204" pitchFamily="34" charset="0"/>
                    </a:rPr>
                    <a:t>GenBank</a:t>
                  </a:r>
                </a:p>
              </p:txBody>
            </p:sp>
            <p:sp>
              <p:nvSpPr>
                <p:cNvPr id="41" name="Flowchart: Magnetic Disk 40">
                  <a:extLst>
                    <a:ext uri="{FF2B5EF4-FFF2-40B4-BE49-F238E27FC236}">
                      <a16:creationId xmlns:a16="http://schemas.microsoft.com/office/drawing/2014/main" id="{5FC17EDE-0B89-4EB6-BF5E-8D7BAD3A321A}"/>
                    </a:ext>
                  </a:extLst>
                </p:cNvPr>
                <p:cNvSpPr/>
                <p:nvPr/>
              </p:nvSpPr>
              <p:spPr>
                <a:xfrm>
                  <a:off x="7737228" y="-46279"/>
                  <a:ext cx="1406771" cy="560390"/>
                </a:xfrm>
                <a:prstGeom prst="flowChartMagneticDisk">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latin typeface="Arial" panose="020B0604020202020204" pitchFamily="34" charset="0"/>
                      <a:cs typeface="Arial" panose="020B0604020202020204" pitchFamily="34" charset="0"/>
                    </a:rPr>
                    <a:t>BioProject</a:t>
                  </a:r>
                </a:p>
              </p:txBody>
            </p:sp>
          </p:grpSp>
          <p:sp>
            <p:nvSpPr>
              <p:cNvPr id="15" name="Rectangle 14">
                <a:extLst>
                  <a:ext uri="{FF2B5EF4-FFF2-40B4-BE49-F238E27FC236}">
                    <a16:creationId xmlns:a16="http://schemas.microsoft.com/office/drawing/2014/main" id="{0FF5D42F-8A38-498D-8386-B53D3BB69240}"/>
                  </a:ext>
                </a:extLst>
              </p:cNvPr>
              <p:cNvSpPr/>
              <p:nvPr/>
            </p:nvSpPr>
            <p:spPr>
              <a:xfrm>
                <a:off x="8869104" y="531828"/>
                <a:ext cx="3181256" cy="5178401"/>
              </a:xfrm>
              <a:prstGeom prst="rect">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latin typeface="Arial" panose="020B0604020202020204" pitchFamily="34" charset="0"/>
                  <a:cs typeface="Arial" panose="020B0604020202020204" pitchFamily="34" charset="0"/>
                </a:endParaRPr>
              </a:p>
            </p:txBody>
          </p:sp>
          <p:sp>
            <p:nvSpPr>
              <p:cNvPr id="16" name="TextBox 15">
                <a:extLst>
                  <a:ext uri="{FF2B5EF4-FFF2-40B4-BE49-F238E27FC236}">
                    <a16:creationId xmlns:a16="http://schemas.microsoft.com/office/drawing/2014/main" id="{0BB506D0-C3C6-4BD6-A811-5CBB090FEAFC}"/>
                  </a:ext>
                </a:extLst>
              </p:cNvPr>
              <p:cNvSpPr txBox="1"/>
              <p:nvPr/>
            </p:nvSpPr>
            <p:spPr>
              <a:xfrm>
                <a:off x="9063405" y="789654"/>
                <a:ext cx="2919880" cy="453297"/>
              </a:xfrm>
              <a:prstGeom prst="rect">
                <a:avLst/>
              </a:prstGeom>
              <a:noFill/>
            </p:spPr>
            <p:txBody>
              <a:bodyPr wrap="none" rtlCol="0">
                <a:spAutoFit/>
              </a:bodyPr>
              <a:lstStyle/>
              <a:p>
                <a:r>
                  <a:rPr lang="en-US" sz="1600" b="1" dirty="0">
                    <a:latin typeface="Arial" panose="020B0604020202020204" pitchFamily="34" charset="0"/>
                    <a:cs typeface="Arial" panose="020B0604020202020204" pitchFamily="34" charset="0"/>
                  </a:rPr>
                  <a:t>NCBI Pathogen Pipeline</a:t>
                </a:r>
              </a:p>
            </p:txBody>
          </p:sp>
          <p:grpSp>
            <p:nvGrpSpPr>
              <p:cNvPr id="17" name="Group 16">
                <a:extLst>
                  <a:ext uri="{FF2B5EF4-FFF2-40B4-BE49-F238E27FC236}">
                    <a16:creationId xmlns:a16="http://schemas.microsoft.com/office/drawing/2014/main" id="{0CFF5CDA-88F4-4871-ADE1-04843908CCE6}"/>
                  </a:ext>
                </a:extLst>
              </p:cNvPr>
              <p:cNvGrpSpPr/>
              <p:nvPr/>
            </p:nvGrpSpPr>
            <p:grpSpPr>
              <a:xfrm>
                <a:off x="5410199" y="5697082"/>
                <a:ext cx="5113146" cy="576237"/>
                <a:chOff x="2219468" y="5680145"/>
                <a:chExt cx="8217696" cy="930205"/>
              </a:xfrm>
            </p:grpSpPr>
            <p:cxnSp>
              <p:nvCxnSpPr>
                <p:cNvPr id="36" name="Straight Connector 35">
                  <a:extLst>
                    <a:ext uri="{FF2B5EF4-FFF2-40B4-BE49-F238E27FC236}">
                      <a16:creationId xmlns:a16="http://schemas.microsoft.com/office/drawing/2014/main" id="{4DF63039-61A2-4E72-BCFF-923C35DFAED4}"/>
                    </a:ext>
                  </a:extLst>
                </p:cNvPr>
                <p:cNvCxnSpPr>
                  <a:cxnSpLocks/>
                </p:cNvCxnSpPr>
                <p:nvPr/>
              </p:nvCxnSpPr>
              <p:spPr>
                <a:xfrm>
                  <a:off x="10377053" y="5680145"/>
                  <a:ext cx="0" cy="930205"/>
                </a:xfrm>
                <a:prstGeom prst="line">
                  <a:avLst/>
                </a:prstGeom>
                <a:ln w="5715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37" name="Straight Arrow Connector 36">
                  <a:extLst>
                    <a:ext uri="{FF2B5EF4-FFF2-40B4-BE49-F238E27FC236}">
                      <a16:creationId xmlns:a16="http://schemas.microsoft.com/office/drawing/2014/main" id="{F1618E75-EC6A-4956-A651-9919730A4DAE}"/>
                    </a:ext>
                  </a:extLst>
                </p:cNvPr>
                <p:cNvCxnSpPr>
                  <a:cxnSpLocks/>
                </p:cNvCxnSpPr>
                <p:nvPr/>
              </p:nvCxnSpPr>
              <p:spPr>
                <a:xfrm flipH="1">
                  <a:off x="2219468" y="6610350"/>
                  <a:ext cx="8217696" cy="0"/>
                </a:xfrm>
                <a:prstGeom prst="straightConnector1">
                  <a:avLst/>
                </a:prstGeom>
                <a:ln w="57150">
                  <a:solidFill>
                    <a:schemeClr val="accent6"/>
                  </a:solidFill>
                  <a:tailEnd type="triangle"/>
                </a:ln>
              </p:spPr>
              <p:style>
                <a:lnRef idx="1">
                  <a:schemeClr val="accent1"/>
                </a:lnRef>
                <a:fillRef idx="0">
                  <a:schemeClr val="accent1"/>
                </a:fillRef>
                <a:effectRef idx="0">
                  <a:schemeClr val="accent1"/>
                </a:effectRef>
                <a:fontRef idx="minor">
                  <a:schemeClr val="tx1"/>
                </a:fontRef>
              </p:style>
            </p:cxnSp>
          </p:grpSp>
          <p:sp>
            <p:nvSpPr>
              <p:cNvPr id="18" name="Flowchart: Multidocument 17">
                <a:extLst>
                  <a:ext uri="{FF2B5EF4-FFF2-40B4-BE49-F238E27FC236}">
                    <a16:creationId xmlns:a16="http://schemas.microsoft.com/office/drawing/2014/main" id="{5BCC2FD2-43AA-42B0-B0ED-38AF3D34B305}"/>
                  </a:ext>
                </a:extLst>
              </p:cNvPr>
              <p:cNvSpPr/>
              <p:nvPr/>
            </p:nvSpPr>
            <p:spPr>
              <a:xfrm>
                <a:off x="3877228" y="5939023"/>
                <a:ext cx="1527740" cy="758952"/>
              </a:xfrm>
              <a:prstGeom prst="flowChartMultidocument">
                <a:avLst/>
              </a:prstGeom>
              <a:gradFill flip="none" rotWithShape="1">
                <a:gsLst>
                  <a:gs pos="39000">
                    <a:schemeClr val="tx2">
                      <a:lumMod val="20000"/>
                      <a:lumOff val="80000"/>
                    </a:schemeClr>
                  </a:gs>
                  <a:gs pos="62000">
                    <a:schemeClr val="tx2">
                      <a:lumMod val="20000"/>
                      <a:lumOff val="80000"/>
                    </a:schemeClr>
                  </a:gs>
                  <a:gs pos="8000">
                    <a:schemeClr val="tx2">
                      <a:lumMod val="60000"/>
                      <a:lumOff val="40000"/>
                    </a:schemeClr>
                  </a:gs>
                </a:gsLst>
                <a:lin ang="10800000" scaled="1"/>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b="1" dirty="0">
                    <a:solidFill>
                      <a:schemeClr val="tx1"/>
                    </a:solidFill>
                    <a:latin typeface="Arial" panose="020B0604020202020204" pitchFamily="34" charset="0"/>
                    <a:cs typeface="Arial" panose="020B0604020202020204" pitchFamily="34" charset="0"/>
                  </a:rPr>
                  <a:t>Reports</a:t>
                </a:r>
              </a:p>
            </p:txBody>
          </p:sp>
          <p:pic>
            <p:nvPicPr>
              <p:cNvPr id="19" name="Picture 18">
                <a:extLst>
                  <a:ext uri="{FF2B5EF4-FFF2-40B4-BE49-F238E27FC236}">
                    <a16:creationId xmlns:a16="http://schemas.microsoft.com/office/drawing/2014/main" id="{1A60ACDD-5B9F-453C-AADC-5B9295702D79}"/>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7685156" y="480046"/>
                <a:ext cx="699972" cy="860265"/>
              </a:xfrm>
              <a:prstGeom prst="rect">
                <a:avLst/>
              </a:prstGeom>
            </p:spPr>
          </p:pic>
          <p:grpSp>
            <p:nvGrpSpPr>
              <p:cNvPr id="20" name="Group 19">
                <a:extLst>
                  <a:ext uri="{FF2B5EF4-FFF2-40B4-BE49-F238E27FC236}">
                    <a16:creationId xmlns:a16="http://schemas.microsoft.com/office/drawing/2014/main" id="{5BDDE569-6F28-4201-8435-C95027C2CFD1}"/>
                  </a:ext>
                </a:extLst>
              </p:cNvPr>
              <p:cNvGrpSpPr/>
              <p:nvPr/>
            </p:nvGrpSpPr>
            <p:grpSpPr>
              <a:xfrm>
                <a:off x="2139244" y="4310461"/>
                <a:ext cx="4083794" cy="812981"/>
                <a:chOff x="2139244" y="4246350"/>
                <a:chExt cx="4083794" cy="812981"/>
              </a:xfrm>
            </p:grpSpPr>
            <p:sp>
              <p:nvSpPr>
                <p:cNvPr id="34" name="Rounded Rectangle 54">
                  <a:extLst>
                    <a:ext uri="{FF2B5EF4-FFF2-40B4-BE49-F238E27FC236}">
                      <a16:creationId xmlns:a16="http://schemas.microsoft.com/office/drawing/2014/main" id="{C149D953-BB70-4FFA-B1B3-BB17D5969490}"/>
                    </a:ext>
                  </a:extLst>
                </p:cNvPr>
                <p:cNvSpPr/>
                <p:nvPr/>
              </p:nvSpPr>
              <p:spPr>
                <a:xfrm>
                  <a:off x="2139244" y="4246350"/>
                  <a:ext cx="1298391" cy="812981"/>
                </a:xfrm>
                <a:prstGeom prst="roundRect">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00" dirty="0">
                      <a:latin typeface="Arial" panose="020B0604020202020204" pitchFamily="34" charset="0"/>
                      <a:cs typeface="Arial" panose="020B0604020202020204" pitchFamily="34" charset="0"/>
                    </a:rPr>
                    <a:t>Basic </a:t>
                  </a:r>
                  <a:r>
                    <a:rPr lang="en-US" sz="1200" dirty="0">
                      <a:latin typeface="Arial" panose="020B0604020202020204" pitchFamily="34" charset="0"/>
                      <a:cs typeface="Arial" panose="020B0604020202020204" pitchFamily="34" charset="0"/>
                    </a:rPr>
                    <a:t>researchers</a:t>
                  </a:r>
                </a:p>
              </p:txBody>
            </p:sp>
            <p:cxnSp>
              <p:nvCxnSpPr>
                <p:cNvPr id="35" name="Straight Arrow Connector 34">
                  <a:extLst>
                    <a:ext uri="{FF2B5EF4-FFF2-40B4-BE49-F238E27FC236}">
                      <a16:creationId xmlns:a16="http://schemas.microsoft.com/office/drawing/2014/main" id="{64C5CDD9-438B-4330-82B0-895226F34E76}"/>
                    </a:ext>
                  </a:extLst>
                </p:cNvPr>
                <p:cNvCxnSpPr/>
                <p:nvPr/>
              </p:nvCxnSpPr>
              <p:spPr>
                <a:xfrm>
                  <a:off x="3437635" y="4653445"/>
                  <a:ext cx="2785403" cy="0"/>
                </a:xfrm>
                <a:prstGeom prst="straightConnector1">
                  <a:avLst/>
                </a:prstGeom>
                <a:gradFill flip="none" rotWithShape="1">
                  <a:gsLst>
                    <a:gs pos="0">
                      <a:schemeClr val="tx2">
                        <a:lumMod val="60000"/>
                        <a:lumOff val="40000"/>
                      </a:schemeClr>
                    </a:gs>
                    <a:gs pos="50000">
                      <a:schemeClr val="tx2">
                        <a:lumMod val="40000"/>
                        <a:lumOff val="60000"/>
                      </a:schemeClr>
                    </a:gs>
                    <a:gs pos="83000">
                      <a:schemeClr val="accent1">
                        <a:lumMod val="45000"/>
                        <a:lumOff val="55000"/>
                      </a:schemeClr>
                    </a:gs>
                    <a:gs pos="100000">
                      <a:schemeClr val="accent1">
                        <a:lumMod val="30000"/>
                        <a:lumOff val="70000"/>
                      </a:schemeClr>
                    </a:gs>
                  </a:gsLst>
                  <a:lin ang="0" scaled="1"/>
                  <a:tileRect/>
                </a:gradFill>
                <a:ln w="57150">
                  <a:solidFill>
                    <a:srgbClr val="00B0F0"/>
                  </a:solidFill>
                  <a:tailEnd type="triangle"/>
                </a:ln>
              </p:spPr>
              <p:style>
                <a:lnRef idx="1">
                  <a:schemeClr val="accent1"/>
                </a:lnRef>
                <a:fillRef idx="0">
                  <a:schemeClr val="accent1"/>
                </a:fillRef>
                <a:effectRef idx="0">
                  <a:schemeClr val="accent1"/>
                </a:effectRef>
                <a:fontRef idx="minor">
                  <a:schemeClr val="tx1"/>
                </a:fontRef>
              </p:style>
            </p:cxnSp>
          </p:grpSp>
          <p:grpSp>
            <p:nvGrpSpPr>
              <p:cNvPr id="21" name="Group 20">
                <a:extLst>
                  <a:ext uri="{FF2B5EF4-FFF2-40B4-BE49-F238E27FC236}">
                    <a16:creationId xmlns:a16="http://schemas.microsoft.com/office/drawing/2014/main" id="{62C940A8-4D77-4BEC-8BF7-F8D96C758C03}"/>
                  </a:ext>
                </a:extLst>
              </p:cNvPr>
              <p:cNvGrpSpPr/>
              <p:nvPr/>
            </p:nvGrpSpPr>
            <p:grpSpPr>
              <a:xfrm>
                <a:off x="2139244" y="3386109"/>
                <a:ext cx="4053533" cy="812981"/>
                <a:chOff x="2139244" y="3398093"/>
                <a:chExt cx="4053533" cy="812981"/>
              </a:xfrm>
            </p:grpSpPr>
            <p:sp>
              <p:nvSpPr>
                <p:cNvPr id="32" name="Rounded Rectangle 76">
                  <a:extLst>
                    <a:ext uri="{FF2B5EF4-FFF2-40B4-BE49-F238E27FC236}">
                      <a16:creationId xmlns:a16="http://schemas.microsoft.com/office/drawing/2014/main" id="{19EBCC98-43B1-4965-8572-7CA52E20CE15}"/>
                    </a:ext>
                  </a:extLst>
                </p:cNvPr>
                <p:cNvSpPr/>
                <p:nvPr/>
              </p:nvSpPr>
              <p:spPr>
                <a:xfrm>
                  <a:off x="2139244" y="3398093"/>
                  <a:ext cx="1341774" cy="812981"/>
                </a:xfrm>
                <a:prstGeom prst="roundRect">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b="1" dirty="0">
                      <a:latin typeface="Arial" panose="020B0604020202020204" pitchFamily="34" charset="0"/>
                      <a:cs typeface="Arial" panose="020B0604020202020204" pitchFamily="34" charset="0"/>
                    </a:rPr>
                    <a:t>Public Health Agencies</a:t>
                  </a:r>
                </a:p>
              </p:txBody>
            </p:sp>
            <p:cxnSp>
              <p:nvCxnSpPr>
                <p:cNvPr id="33" name="Straight Arrow Connector 32">
                  <a:extLst>
                    <a:ext uri="{FF2B5EF4-FFF2-40B4-BE49-F238E27FC236}">
                      <a16:creationId xmlns:a16="http://schemas.microsoft.com/office/drawing/2014/main" id="{C19D0FDB-3C7C-4FFE-9189-4A6E66A2CB55}"/>
                    </a:ext>
                  </a:extLst>
                </p:cNvPr>
                <p:cNvCxnSpPr/>
                <p:nvPr/>
              </p:nvCxnSpPr>
              <p:spPr>
                <a:xfrm>
                  <a:off x="3407374" y="3774058"/>
                  <a:ext cx="2785403" cy="0"/>
                </a:xfrm>
                <a:prstGeom prst="straightConnector1">
                  <a:avLst/>
                </a:prstGeom>
                <a:gradFill flip="none" rotWithShape="1">
                  <a:gsLst>
                    <a:gs pos="0">
                      <a:schemeClr val="tx2">
                        <a:lumMod val="60000"/>
                        <a:lumOff val="40000"/>
                      </a:schemeClr>
                    </a:gs>
                    <a:gs pos="50000">
                      <a:schemeClr val="tx2">
                        <a:lumMod val="40000"/>
                        <a:lumOff val="60000"/>
                      </a:schemeClr>
                    </a:gs>
                    <a:gs pos="83000">
                      <a:schemeClr val="accent1">
                        <a:lumMod val="45000"/>
                        <a:lumOff val="55000"/>
                      </a:schemeClr>
                    </a:gs>
                    <a:gs pos="100000">
                      <a:schemeClr val="accent1">
                        <a:lumMod val="30000"/>
                        <a:lumOff val="70000"/>
                      </a:schemeClr>
                    </a:gs>
                  </a:gsLst>
                  <a:lin ang="0" scaled="1"/>
                  <a:tileRect/>
                </a:gradFill>
                <a:ln w="57150">
                  <a:solidFill>
                    <a:srgbClr val="00B0F0"/>
                  </a:solidFill>
                  <a:tailEnd type="triangle"/>
                </a:ln>
              </p:spPr>
              <p:style>
                <a:lnRef idx="1">
                  <a:schemeClr val="accent1"/>
                </a:lnRef>
                <a:fillRef idx="0">
                  <a:schemeClr val="accent1"/>
                </a:fillRef>
                <a:effectRef idx="0">
                  <a:schemeClr val="accent1"/>
                </a:effectRef>
                <a:fontRef idx="minor">
                  <a:schemeClr val="tx1"/>
                </a:fontRef>
              </p:style>
            </p:cxnSp>
          </p:grpSp>
          <p:cxnSp>
            <p:nvCxnSpPr>
              <p:cNvPr id="22" name="Straight Arrow Connector 21">
                <a:extLst>
                  <a:ext uri="{FF2B5EF4-FFF2-40B4-BE49-F238E27FC236}">
                    <a16:creationId xmlns:a16="http://schemas.microsoft.com/office/drawing/2014/main" id="{6D4834AC-E909-41F2-B3C6-EDC468BA67F4}"/>
                  </a:ext>
                </a:extLst>
              </p:cNvPr>
              <p:cNvCxnSpPr>
                <a:cxnSpLocks/>
                <a:stCxn id="18" idx="1"/>
                <a:endCxn id="24" idx="3"/>
              </p:cNvCxnSpPr>
              <p:nvPr/>
            </p:nvCxnSpPr>
            <p:spPr>
              <a:xfrm flipH="1" flipV="1">
                <a:off x="1164650" y="6273319"/>
                <a:ext cx="2712578" cy="45179"/>
              </a:xfrm>
              <a:prstGeom prst="straightConnector1">
                <a:avLst/>
              </a:prstGeom>
              <a:ln w="57150">
                <a:solidFill>
                  <a:schemeClr val="accent6"/>
                </a:solidFill>
                <a:tailEnd type="triangle"/>
              </a:ln>
            </p:spPr>
            <p:style>
              <a:lnRef idx="1">
                <a:schemeClr val="accent1"/>
              </a:lnRef>
              <a:fillRef idx="0">
                <a:schemeClr val="accent1"/>
              </a:fillRef>
              <a:effectRef idx="0">
                <a:schemeClr val="accent1"/>
              </a:effectRef>
              <a:fontRef idx="minor">
                <a:schemeClr val="tx1"/>
              </a:fontRef>
            </p:style>
          </p:cxnSp>
          <p:grpSp>
            <p:nvGrpSpPr>
              <p:cNvPr id="23" name="Group 22">
                <a:extLst>
                  <a:ext uri="{FF2B5EF4-FFF2-40B4-BE49-F238E27FC236}">
                    <a16:creationId xmlns:a16="http://schemas.microsoft.com/office/drawing/2014/main" id="{EFC095B2-3D6D-43DA-B2D0-C43B1C3ACB0F}"/>
                  </a:ext>
                </a:extLst>
              </p:cNvPr>
              <p:cNvGrpSpPr/>
              <p:nvPr/>
            </p:nvGrpSpPr>
            <p:grpSpPr>
              <a:xfrm>
                <a:off x="3450615" y="1039626"/>
                <a:ext cx="821209" cy="4899398"/>
                <a:chOff x="3450615" y="1039626"/>
                <a:chExt cx="821209" cy="4899398"/>
              </a:xfrm>
            </p:grpSpPr>
            <p:cxnSp>
              <p:nvCxnSpPr>
                <p:cNvPr id="25" name="Straight Connector 24">
                  <a:extLst>
                    <a:ext uri="{FF2B5EF4-FFF2-40B4-BE49-F238E27FC236}">
                      <a16:creationId xmlns:a16="http://schemas.microsoft.com/office/drawing/2014/main" id="{9AD8538B-333D-4208-993E-B213453588F6}"/>
                    </a:ext>
                  </a:extLst>
                </p:cNvPr>
                <p:cNvCxnSpPr>
                  <a:cxnSpLocks/>
                </p:cNvCxnSpPr>
                <p:nvPr/>
              </p:nvCxnSpPr>
              <p:spPr>
                <a:xfrm flipH="1" flipV="1">
                  <a:off x="4265455" y="1039626"/>
                  <a:ext cx="6369" cy="4899398"/>
                </a:xfrm>
                <a:prstGeom prst="line">
                  <a:avLst/>
                </a:prstGeom>
                <a:ln w="1905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26" name="Straight Arrow Connector 25">
                  <a:extLst>
                    <a:ext uri="{FF2B5EF4-FFF2-40B4-BE49-F238E27FC236}">
                      <a16:creationId xmlns:a16="http://schemas.microsoft.com/office/drawing/2014/main" id="{12DB1429-432E-4707-9B92-9DF40FF2E990}"/>
                    </a:ext>
                  </a:extLst>
                </p:cNvPr>
                <p:cNvCxnSpPr/>
                <p:nvPr/>
              </p:nvCxnSpPr>
              <p:spPr>
                <a:xfrm flipH="1">
                  <a:off x="3481019" y="1039626"/>
                  <a:ext cx="790805" cy="0"/>
                </a:xfrm>
                <a:prstGeom prst="straightConnector1">
                  <a:avLst/>
                </a:prstGeom>
                <a:ln w="19050">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a:extLst>
                    <a:ext uri="{FF2B5EF4-FFF2-40B4-BE49-F238E27FC236}">
                      <a16:creationId xmlns:a16="http://schemas.microsoft.com/office/drawing/2014/main" id="{DED75C60-562D-4BA3-9AE3-57D396AF2F5B}"/>
                    </a:ext>
                  </a:extLst>
                </p:cNvPr>
                <p:cNvCxnSpPr/>
                <p:nvPr/>
              </p:nvCxnSpPr>
              <p:spPr>
                <a:xfrm flipH="1">
                  <a:off x="3450615" y="1858386"/>
                  <a:ext cx="790805" cy="0"/>
                </a:xfrm>
                <a:prstGeom prst="straightConnector1">
                  <a:avLst/>
                </a:prstGeom>
                <a:ln w="19050">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28" name="Straight Arrow Connector 27">
                  <a:extLst>
                    <a:ext uri="{FF2B5EF4-FFF2-40B4-BE49-F238E27FC236}">
                      <a16:creationId xmlns:a16="http://schemas.microsoft.com/office/drawing/2014/main" id="{E52503CF-8E4D-44E3-BCEB-888FD1BB5D91}"/>
                    </a:ext>
                  </a:extLst>
                </p:cNvPr>
                <p:cNvCxnSpPr/>
                <p:nvPr/>
              </p:nvCxnSpPr>
              <p:spPr>
                <a:xfrm flipH="1">
                  <a:off x="3481018" y="2717448"/>
                  <a:ext cx="790805" cy="0"/>
                </a:xfrm>
                <a:prstGeom prst="straightConnector1">
                  <a:avLst/>
                </a:prstGeom>
                <a:ln w="19050">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29" name="Straight Arrow Connector 28">
                  <a:extLst>
                    <a:ext uri="{FF2B5EF4-FFF2-40B4-BE49-F238E27FC236}">
                      <a16:creationId xmlns:a16="http://schemas.microsoft.com/office/drawing/2014/main" id="{A3D81258-D7FC-45BA-978D-45D76F914321}"/>
                    </a:ext>
                  </a:extLst>
                </p:cNvPr>
                <p:cNvCxnSpPr/>
                <p:nvPr/>
              </p:nvCxnSpPr>
              <p:spPr>
                <a:xfrm flipH="1">
                  <a:off x="3462016" y="3646987"/>
                  <a:ext cx="790805" cy="0"/>
                </a:xfrm>
                <a:prstGeom prst="straightConnector1">
                  <a:avLst/>
                </a:prstGeom>
                <a:ln w="19050">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30" name="Straight Arrow Connector 29">
                  <a:extLst>
                    <a:ext uri="{FF2B5EF4-FFF2-40B4-BE49-F238E27FC236}">
                      <a16:creationId xmlns:a16="http://schemas.microsoft.com/office/drawing/2014/main" id="{DEFB9341-9DBB-46A5-AC03-BA2E929ECA2D}"/>
                    </a:ext>
                  </a:extLst>
                </p:cNvPr>
                <p:cNvCxnSpPr/>
                <p:nvPr/>
              </p:nvCxnSpPr>
              <p:spPr>
                <a:xfrm flipH="1">
                  <a:off x="3471517" y="4578320"/>
                  <a:ext cx="790805" cy="0"/>
                </a:xfrm>
                <a:prstGeom prst="straightConnector1">
                  <a:avLst/>
                </a:prstGeom>
                <a:ln w="19050">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31" name="Straight Arrow Connector 30">
                  <a:extLst>
                    <a:ext uri="{FF2B5EF4-FFF2-40B4-BE49-F238E27FC236}">
                      <a16:creationId xmlns:a16="http://schemas.microsoft.com/office/drawing/2014/main" id="{224CAB2C-6463-48B8-BAD4-3A2687AE231A}"/>
                    </a:ext>
                  </a:extLst>
                </p:cNvPr>
                <p:cNvCxnSpPr/>
                <p:nvPr/>
              </p:nvCxnSpPr>
              <p:spPr>
                <a:xfrm flipH="1">
                  <a:off x="3481018" y="5397192"/>
                  <a:ext cx="790805" cy="0"/>
                </a:xfrm>
                <a:prstGeom prst="straightConnector1">
                  <a:avLst/>
                </a:prstGeom>
                <a:ln w="19050">
                  <a:solidFill>
                    <a:srgbClr val="00B050"/>
                  </a:solidFill>
                  <a:tailEnd type="triangle"/>
                </a:ln>
              </p:spPr>
              <p:style>
                <a:lnRef idx="1">
                  <a:schemeClr val="accent1"/>
                </a:lnRef>
                <a:fillRef idx="0">
                  <a:schemeClr val="accent1"/>
                </a:fillRef>
                <a:effectRef idx="0">
                  <a:schemeClr val="accent1"/>
                </a:effectRef>
                <a:fontRef idx="minor">
                  <a:schemeClr val="tx1"/>
                </a:fontRef>
              </p:style>
            </p:cxnSp>
          </p:grpSp>
          <p:pic>
            <p:nvPicPr>
              <p:cNvPr id="24" name="Picture 23">
                <a:extLst>
                  <a:ext uri="{FF2B5EF4-FFF2-40B4-BE49-F238E27FC236}">
                    <a16:creationId xmlns:a16="http://schemas.microsoft.com/office/drawing/2014/main" id="{C861B527-6886-4E3A-B18B-BAC9DAAFBD56}"/>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37892" y="5647291"/>
                <a:ext cx="1126758" cy="1252056"/>
              </a:xfrm>
              <a:prstGeom prst="rect">
                <a:avLst/>
              </a:prstGeom>
            </p:spPr>
          </p:pic>
        </p:grpSp>
      </p:grpSp>
      <p:pic>
        <p:nvPicPr>
          <p:cNvPr id="53" name="Picture 52">
            <a:extLst>
              <a:ext uri="{FF2B5EF4-FFF2-40B4-BE49-F238E27FC236}">
                <a16:creationId xmlns:a16="http://schemas.microsoft.com/office/drawing/2014/main" id="{694A7C3D-5FBB-48A3-9E4C-E3A206FAA040}"/>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2249241" y="2937566"/>
            <a:ext cx="728396" cy="454021"/>
          </a:xfrm>
          <a:prstGeom prst="rect">
            <a:avLst/>
          </a:prstGeom>
          <a:gradFill flip="none" rotWithShape="1">
            <a:gsLst>
              <a:gs pos="39000">
                <a:schemeClr val="tx2">
                  <a:lumMod val="20000"/>
                  <a:lumOff val="80000"/>
                </a:schemeClr>
              </a:gs>
              <a:gs pos="62000">
                <a:schemeClr val="tx2">
                  <a:lumMod val="20000"/>
                  <a:lumOff val="80000"/>
                </a:schemeClr>
              </a:gs>
              <a:gs pos="8000">
                <a:schemeClr val="tx2">
                  <a:lumMod val="60000"/>
                  <a:lumOff val="40000"/>
                </a:schemeClr>
              </a:gs>
            </a:gsLst>
            <a:lin ang="0" scaled="1"/>
            <a:tileRect/>
          </a:gradFill>
        </p:spPr>
      </p:pic>
      <p:sp>
        <p:nvSpPr>
          <p:cNvPr id="54" name="Arrow: Down 53">
            <a:extLst>
              <a:ext uri="{FF2B5EF4-FFF2-40B4-BE49-F238E27FC236}">
                <a16:creationId xmlns:a16="http://schemas.microsoft.com/office/drawing/2014/main" id="{204A19B4-4299-4FEC-B9F5-75DCA5444B28}"/>
              </a:ext>
            </a:extLst>
          </p:cNvPr>
          <p:cNvSpPr/>
          <p:nvPr/>
        </p:nvSpPr>
        <p:spPr>
          <a:xfrm>
            <a:off x="8839397" y="2126366"/>
            <a:ext cx="845820" cy="2509814"/>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17170685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721E4B43-6237-EAF5-B97C-ABE0D0D9FFF3}"/>
              </a:ext>
            </a:extLst>
          </p:cNvPr>
          <p:cNvSpPr>
            <a:spLocks noGrp="1"/>
          </p:cNvSpPr>
          <p:nvPr>
            <p:ph type="title"/>
          </p:nvPr>
        </p:nvSpPr>
        <p:spPr/>
        <p:txBody>
          <a:bodyPr/>
          <a:lstStyle/>
          <a:p>
            <a:r>
              <a:rPr lang="en-US" dirty="0"/>
              <a:t>NCBI Pathogen Detection</a:t>
            </a:r>
            <a:endParaRPr lang="en-US" sz="5400" dirty="0"/>
          </a:p>
        </p:txBody>
      </p:sp>
      <p:sp>
        <p:nvSpPr>
          <p:cNvPr id="5" name="Text Placeholder 4">
            <a:extLst>
              <a:ext uri="{FF2B5EF4-FFF2-40B4-BE49-F238E27FC236}">
                <a16:creationId xmlns:a16="http://schemas.microsoft.com/office/drawing/2014/main" id="{37FDBCAF-A367-48CA-6B3A-2E187D4BCC06}"/>
              </a:ext>
            </a:extLst>
          </p:cNvPr>
          <p:cNvSpPr>
            <a:spLocks noGrp="1"/>
          </p:cNvSpPr>
          <p:nvPr>
            <p:ph type="body" sz="quarter" idx="11"/>
          </p:nvPr>
        </p:nvSpPr>
        <p:spPr>
          <a:xfrm>
            <a:off x="427039" y="1648478"/>
            <a:ext cx="6456362" cy="3712475"/>
          </a:xfrm>
        </p:spPr>
        <p:txBody>
          <a:bodyPr/>
          <a:lstStyle/>
          <a:p>
            <a:pPr marL="457200" indent="-457200">
              <a:buFont typeface="Arial" panose="020B0604020202020204" pitchFamily="34" charset="0"/>
              <a:buChar char="•"/>
            </a:pPr>
            <a:r>
              <a:rPr lang="en-US" dirty="0"/>
              <a:t>All public data</a:t>
            </a:r>
          </a:p>
          <a:p>
            <a:pPr marL="457200" indent="-457200">
              <a:buFont typeface="Arial" panose="020B0604020202020204" pitchFamily="34" charset="0"/>
              <a:buChar char="•"/>
            </a:pPr>
            <a:r>
              <a:rPr lang="en-US" dirty="0"/>
              <a:t>Generated by submitters</a:t>
            </a:r>
          </a:p>
          <a:p>
            <a:pPr marL="457200" indent="-457200">
              <a:buFont typeface="Arial" panose="020B0604020202020204" pitchFamily="34" charset="0"/>
              <a:buChar char="•"/>
            </a:pPr>
            <a:r>
              <a:rPr lang="en-US" dirty="0"/>
              <a:t>Currently 2.9 million assemblies</a:t>
            </a:r>
          </a:p>
          <a:p>
            <a:pPr marL="457200" indent="-457200">
              <a:buFont typeface="Arial" panose="020B0604020202020204" pitchFamily="34" charset="0"/>
              <a:buChar char="•"/>
            </a:pPr>
            <a:r>
              <a:rPr lang="en-US" dirty="0"/>
              <a:t>New genomes added and analyzed </a:t>
            </a:r>
            <a:br>
              <a:rPr lang="en-US" dirty="0"/>
            </a:br>
            <a:r>
              <a:rPr lang="en-US" dirty="0"/>
              <a:t>daily</a:t>
            </a:r>
          </a:p>
          <a:p>
            <a:pPr marL="457200" indent="-457200">
              <a:buFont typeface="Arial" panose="020B0604020202020204" pitchFamily="34" charset="0"/>
              <a:buChar char="•"/>
            </a:pPr>
            <a:r>
              <a:rPr lang="en-US" dirty="0"/>
              <a:t>&gt;100 pathogenic taxa</a:t>
            </a:r>
          </a:p>
        </p:txBody>
      </p:sp>
      <p:pic>
        <p:nvPicPr>
          <p:cNvPr id="8" name="Picture 7">
            <a:extLst>
              <a:ext uri="{FF2B5EF4-FFF2-40B4-BE49-F238E27FC236}">
                <a16:creationId xmlns:a16="http://schemas.microsoft.com/office/drawing/2014/main" id="{155B5B13-7FAC-7705-BA52-FDED9FCCBB89}"/>
              </a:ext>
            </a:extLst>
          </p:cNvPr>
          <p:cNvPicPr>
            <a:picLocks noChangeAspect="1"/>
          </p:cNvPicPr>
          <p:nvPr/>
        </p:nvPicPr>
        <p:blipFill>
          <a:blip r:embed="rId3"/>
          <a:stretch>
            <a:fillRect/>
          </a:stretch>
        </p:blipFill>
        <p:spPr>
          <a:xfrm>
            <a:off x="7066581" y="1588152"/>
            <a:ext cx="4479244" cy="3261071"/>
          </a:xfrm>
          <a:prstGeom prst="rect">
            <a:avLst/>
          </a:prstGeom>
        </p:spPr>
      </p:pic>
      <p:sp>
        <p:nvSpPr>
          <p:cNvPr id="9" name="TextBox 8">
            <a:extLst>
              <a:ext uri="{FF2B5EF4-FFF2-40B4-BE49-F238E27FC236}">
                <a16:creationId xmlns:a16="http://schemas.microsoft.com/office/drawing/2014/main" id="{95710560-B054-1430-2C2F-D480C688630D}"/>
              </a:ext>
            </a:extLst>
          </p:cNvPr>
          <p:cNvSpPr txBox="1"/>
          <p:nvPr/>
        </p:nvSpPr>
        <p:spPr>
          <a:xfrm>
            <a:off x="6984285" y="1092995"/>
            <a:ext cx="4301370" cy="369332"/>
          </a:xfrm>
          <a:prstGeom prst="rect">
            <a:avLst/>
          </a:prstGeom>
          <a:noFill/>
        </p:spPr>
        <p:txBody>
          <a:bodyPr wrap="none" rtlCol="0">
            <a:spAutoFit/>
          </a:bodyPr>
          <a:lstStyle/>
          <a:p>
            <a:r>
              <a:rPr lang="en-US" dirty="0">
                <a:hlinkClick r:id="rId4"/>
              </a:rPr>
              <a:t>https://www.ncbi.nlm.nih.gov/pathogens/</a:t>
            </a:r>
            <a:endParaRPr lang="en-US" dirty="0"/>
          </a:p>
        </p:txBody>
      </p:sp>
    </p:spTree>
    <p:extLst>
      <p:ext uri="{BB962C8B-B14F-4D97-AF65-F5344CB8AC3E}">
        <p14:creationId xmlns:p14="http://schemas.microsoft.com/office/powerpoint/2010/main" val="399975242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95710E-4F27-40BE-4F6F-AC244DDDCB6F}"/>
              </a:ext>
            </a:extLst>
          </p:cNvPr>
          <p:cNvSpPr>
            <a:spLocks noGrp="1"/>
          </p:cNvSpPr>
          <p:nvPr>
            <p:ph type="title" idx="4294967295"/>
          </p:nvPr>
        </p:nvSpPr>
        <p:spPr/>
        <p:txBody>
          <a:bodyPr/>
          <a:lstStyle/>
          <a:p>
            <a:r>
              <a:rPr lang="en-US" dirty="0"/>
              <a:t>Pathogen</a:t>
            </a:r>
            <a:r>
              <a:rPr lang="en-US" baseline="0" dirty="0"/>
              <a:t> Detection Analysis Goals</a:t>
            </a:r>
            <a:endParaRPr lang="en-US" dirty="0"/>
          </a:p>
        </p:txBody>
      </p:sp>
      <p:sp>
        <p:nvSpPr>
          <p:cNvPr id="5" name="Content Placeholder 2">
            <a:extLst>
              <a:ext uri="{FF2B5EF4-FFF2-40B4-BE49-F238E27FC236}">
                <a16:creationId xmlns:a16="http://schemas.microsoft.com/office/drawing/2014/main" id="{D6A397D9-4976-42BD-86C7-EA901A40614A}"/>
              </a:ext>
            </a:extLst>
          </p:cNvPr>
          <p:cNvSpPr txBox="1">
            <a:spLocks/>
          </p:cNvSpPr>
          <p:nvPr/>
        </p:nvSpPr>
        <p:spPr>
          <a:xfrm>
            <a:off x="1264597" y="1830593"/>
            <a:ext cx="10089204" cy="3571864"/>
          </a:xfrm>
          <a:prstGeom prst="rect">
            <a:avLst/>
          </a:prstGeom>
        </p:spPr>
        <p:txBody>
          <a:bodyPr>
            <a:normAutofit/>
          </a:bodyPr>
          <a:lstStyle>
            <a:lvl1pPr marL="228600" indent="-228600" algn="l" defTabSz="914400" rtl="0" eaLnBrk="1" latinLnBrk="0" hangingPunct="1">
              <a:lnSpc>
                <a:spcPct val="90000"/>
              </a:lnSpc>
              <a:spcBef>
                <a:spcPts val="1000"/>
              </a:spcBef>
              <a:buFont typeface="Arial"/>
              <a:buChar char="•"/>
              <a:defRPr sz="2800" kern="1200">
                <a:solidFill>
                  <a:schemeClr val="tx1"/>
                </a:solidFill>
                <a:latin typeface="Helvetica" charset="0"/>
                <a:ea typeface="Helvetica" charset="0"/>
                <a:cs typeface="Helvetica" charset="0"/>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Helvetica" charset="0"/>
                <a:ea typeface="Helvetica" charset="0"/>
                <a:cs typeface="Helvetica" charset="0"/>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Helvetica" charset="0"/>
                <a:ea typeface="Helvetica" charset="0"/>
                <a:cs typeface="Helvetica" charset="0"/>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Helvetica" charset="0"/>
                <a:ea typeface="Helvetica" charset="0"/>
                <a:cs typeface="Helvetica" charset="0"/>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Helvetica" charset="0"/>
                <a:ea typeface="Helvetica" charset="0"/>
                <a:cs typeface="Helvetica" charset="0"/>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548626" indent="-548626">
              <a:buFont typeface="+mj-lt"/>
              <a:buAutoNum type="arabicPeriod"/>
            </a:pPr>
            <a:r>
              <a:rPr lang="en-US" sz="3600" dirty="0">
                <a:latin typeface="Helvetica" pitchFamily="2" charset="0"/>
              </a:rPr>
              <a:t>Are these isolates clonally related?</a:t>
            </a:r>
            <a:br>
              <a:rPr lang="en-US" sz="3600" dirty="0">
                <a:latin typeface="Helvetica" pitchFamily="2" charset="0"/>
              </a:rPr>
            </a:br>
            <a:endParaRPr lang="en-US" sz="3600" dirty="0">
              <a:latin typeface="Helvetica" pitchFamily="2" charset="0"/>
            </a:endParaRPr>
          </a:p>
          <a:p>
            <a:pPr marL="548626" indent="-548626">
              <a:buFont typeface="+mj-lt"/>
              <a:buAutoNum type="arabicPeriod"/>
            </a:pPr>
            <a:r>
              <a:rPr lang="en-US" sz="3600" dirty="0">
                <a:latin typeface="Helvetica" pitchFamily="2" charset="0"/>
                <a:ea typeface="Cambria" panose="02040503050406030204" pitchFamily="18" charset="0"/>
                <a:cs typeface="Arial" panose="020B0604020202020204" pitchFamily="34" charset="0"/>
              </a:rPr>
              <a:t>What is the anti-microbial resistance, stress response, and virulence gene repertoire of this isolate?</a:t>
            </a:r>
          </a:p>
          <a:p>
            <a:pPr marL="548626" indent="-548626">
              <a:buFont typeface="+mj-lt"/>
              <a:buAutoNum type="arabicPeriod"/>
            </a:pPr>
            <a:endParaRPr lang="en-US" sz="3600" dirty="0">
              <a:latin typeface="Helvetica" pitchFamily="2" charset="0"/>
              <a:ea typeface="Cambria" panose="02040503050406030204" pitchFamily="18" charset="0"/>
              <a:cs typeface="Arial" panose="020B0604020202020204" pitchFamily="34" charset="0"/>
            </a:endParaRPr>
          </a:p>
        </p:txBody>
      </p:sp>
    </p:spTree>
    <p:extLst>
      <p:ext uri="{BB962C8B-B14F-4D97-AF65-F5344CB8AC3E}">
        <p14:creationId xmlns:p14="http://schemas.microsoft.com/office/powerpoint/2010/main" val="250848380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40C040-0FBB-C614-182D-59B0EDC1678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6C2BE44-8AA0-32CC-E126-B7D808EC324F}"/>
              </a:ext>
            </a:extLst>
          </p:cNvPr>
          <p:cNvSpPr>
            <a:spLocks noGrp="1"/>
          </p:cNvSpPr>
          <p:nvPr>
            <p:ph type="title" idx="4294967295"/>
          </p:nvPr>
        </p:nvSpPr>
        <p:spPr/>
        <p:txBody>
          <a:bodyPr/>
          <a:lstStyle/>
          <a:p>
            <a:r>
              <a:rPr lang="en-US" dirty="0"/>
              <a:t>Pathogen</a:t>
            </a:r>
            <a:r>
              <a:rPr lang="en-US" baseline="0" dirty="0"/>
              <a:t> Detection Analysis Goals</a:t>
            </a:r>
            <a:endParaRPr lang="en-US" dirty="0"/>
          </a:p>
        </p:txBody>
      </p:sp>
      <p:sp>
        <p:nvSpPr>
          <p:cNvPr id="5" name="Content Placeholder 2">
            <a:extLst>
              <a:ext uri="{FF2B5EF4-FFF2-40B4-BE49-F238E27FC236}">
                <a16:creationId xmlns:a16="http://schemas.microsoft.com/office/drawing/2014/main" id="{F4D007CA-155A-0930-BAD7-E7F35C73B82F}"/>
              </a:ext>
            </a:extLst>
          </p:cNvPr>
          <p:cNvSpPr txBox="1">
            <a:spLocks/>
          </p:cNvSpPr>
          <p:nvPr/>
        </p:nvSpPr>
        <p:spPr>
          <a:xfrm>
            <a:off x="1264597" y="1830593"/>
            <a:ext cx="10089204" cy="3571864"/>
          </a:xfrm>
          <a:prstGeom prst="rect">
            <a:avLst/>
          </a:prstGeom>
        </p:spPr>
        <p:txBody>
          <a:bodyPr>
            <a:normAutofit/>
          </a:bodyPr>
          <a:lstStyle>
            <a:lvl1pPr marL="228600" indent="-228600" algn="l" defTabSz="914400" rtl="0" eaLnBrk="1" latinLnBrk="0" hangingPunct="1">
              <a:lnSpc>
                <a:spcPct val="90000"/>
              </a:lnSpc>
              <a:spcBef>
                <a:spcPts val="1000"/>
              </a:spcBef>
              <a:buFont typeface="Arial"/>
              <a:buChar char="•"/>
              <a:defRPr sz="2800" kern="1200">
                <a:solidFill>
                  <a:schemeClr val="tx1"/>
                </a:solidFill>
                <a:latin typeface="Helvetica" charset="0"/>
                <a:ea typeface="Helvetica" charset="0"/>
                <a:cs typeface="Helvetica" charset="0"/>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Helvetica" charset="0"/>
                <a:ea typeface="Helvetica" charset="0"/>
                <a:cs typeface="Helvetica" charset="0"/>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Helvetica" charset="0"/>
                <a:ea typeface="Helvetica" charset="0"/>
                <a:cs typeface="Helvetica" charset="0"/>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Helvetica" charset="0"/>
                <a:ea typeface="Helvetica" charset="0"/>
                <a:cs typeface="Helvetica" charset="0"/>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Helvetica" charset="0"/>
                <a:ea typeface="Helvetica" charset="0"/>
                <a:cs typeface="Helvetica" charset="0"/>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548626" indent="-548626">
              <a:buFont typeface="+mj-lt"/>
              <a:buAutoNum type="arabicPeriod"/>
            </a:pPr>
            <a:r>
              <a:rPr lang="en-US" sz="3600" dirty="0">
                <a:latin typeface="Helvetica" pitchFamily="2" charset="0"/>
              </a:rPr>
              <a:t>Are these isolates clonally related?</a:t>
            </a:r>
            <a:br>
              <a:rPr lang="en-US" sz="3600" dirty="0">
                <a:latin typeface="Helvetica" pitchFamily="2" charset="0"/>
              </a:rPr>
            </a:br>
            <a:endParaRPr lang="en-US" sz="3600" dirty="0">
              <a:latin typeface="Helvetica" pitchFamily="2" charset="0"/>
            </a:endParaRPr>
          </a:p>
          <a:p>
            <a:pPr marL="548626" indent="-548626">
              <a:buFont typeface="+mj-lt"/>
              <a:buAutoNum type="arabicPeriod"/>
            </a:pPr>
            <a:r>
              <a:rPr lang="en-US" sz="3600" dirty="0">
                <a:latin typeface="Helvetica" pitchFamily="2" charset="0"/>
                <a:ea typeface="Cambria" panose="02040503050406030204" pitchFamily="18" charset="0"/>
                <a:cs typeface="Arial" panose="020B0604020202020204" pitchFamily="34" charset="0"/>
              </a:rPr>
              <a:t>What is the anti-microbial resistance, stress response, and virulence gene repertoire of this isolate?</a:t>
            </a:r>
          </a:p>
          <a:p>
            <a:pPr marL="548626" indent="-548626">
              <a:buFont typeface="+mj-lt"/>
              <a:buAutoNum type="arabicPeriod"/>
            </a:pPr>
            <a:endParaRPr lang="en-US" sz="3600" dirty="0">
              <a:latin typeface="Helvetica" pitchFamily="2" charset="0"/>
              <a:ea typeface="Cambria" panose="02040503050406030204" pitchFamily="18" charset="0"/>
              <a:cs typeface="Arial" panose="020B0604020202020204" pitchFamily="34" charset="0"/>
            </a:endParaRPr>
          </a:p>
        </p:txBody>
      </p:sp>
      <p:sp>
        <p:nvSpPr>
          <p:cNvPr id="3" name="Rounded Rectangle 2">
            <a:extLst>
              <a:ext uri="{FF2B5EF4-FFF2-40B4-BE49-F238E27FC236}">
                <a16:creationId xmlns:a16="http://schemas.microsoft.com/office/drawing/2014/main" id="{775C287D-D592-3BDF-CDD6-4CC3B2313320}"/>
              </a:ext>
            </a:extLst>
          </p:cNvPr>
          <p:cNvSpPr/>
          <p:nvPr/>
        </p:nvSpPr>
        <p:spPr>
          <a:xfrm>
            <a:off x="1170432" y="1591056"/>
            <a:ext cx="8165592" cy="1014984"/>
          </a:xfrm>
          <a:prstGeom prst="roundRect">
            <a:avLst/>
          </a:prstGeom>
          <a:noFill/>
          <a:ln w="635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48913493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3">
            <a:extLst>
              <a:ext uri="{FF2B5EF4-FFF2-40B4-BE49-F238E27FC236}">
                <a16:creationId xmlns:a16="http://schemas.microsoft.com/office/drawing/2014/main" id="{CBCEA786-1D38-CE0A-C152-F4900E093ACA}"/>
              </a:ext>
            </a:extLst>
          </p:cNvPr>
          <p:cNvSpPr txBox="1">
            <a:spLocks noGrp="1"/>
          </p:cNvSpPr>
          <p:nvPr>
            <p:ph type="title" idx="4294967295"/>
          </p:nvPr>
        </p:nvSpPr>
        <p:spPr>
          <a:xfrm>
            <a:off x="838200" y="365125"/>
            <a:ext cx="10515600" cy="1325563"/>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lvl1pPr algn="l" defTabSz="914400" rtl="0" eaLnBrk="1" latinLnBrk="0" hangingPunct="1">
              <a:lnSpc>
                <a:spcPct val="90000"/>
              </a:lnSpc>
              <a:spcBef>
                <a:spcPct val="0"/>
              </a:spcBef>
              <a:buNone/>
              <a:defRPr sz="4400" kern="1200">
                <a:solidFill>
                  <a:schemeClr val="tx1"/>
                </a:solidFill>
                <a:latin typeface="Helvetica" charset="0"/>
                <a:ea typeface="Helvetica" charset="0"/>
                <a:cs typeface="Helvetica" charset="0"/>
              </a:defRPr>
            </a:lvl1pPr>
          </a:lstStyle>
          <a:p>
            <a:pPr defTabSz="914377">
              <a:defRPr/>
            </a:pPr>
            <a:r>
              <a:rPr lang="en-US" dirty="0">
                <a:latin typeface="+mj-lt"/>
              </a:rPr>
              <a:t>Pathogen Detection Pipeline</a:t>
            </a:r>
          </a:p>
        </p:txBody>
      </p:sp>
      <p:cxnSp>
        <p:nvCxnSpPr>
          <p:cNvPr id="4" name="Straight Arrow Connector 3" descr="Sequence data is submitted to the Sequence Read Archive">
            <a:extLst>
              <a:ext uri="{FF2B5EF4-FFF2-40B4-BE49-F238E27FC236}">
                <a16:creationId xmlns:a16="http://schemas.microsoft.com/office/drawing/2014/main" id="{893D8C9C-9B1E-5493-32DD-9A17C90D0E4B}"/>
              </a:ext>
            </a:extLst>
          </p:cNvPr>
          <p:cNvCxnSpPr/>
          <p:nvPr/>
        </p:nvCxnSpPr>
        <p:spPr>
          <a:xfrm>
            <a:off x="1696781" y="2467708"/>
            <a:ext cx="656135" cy="0"/>
          </a:xfrm>
          <a:prstGeom prst="straightConnector1">
            <a:avLst/>
          </a:prstGeom>
          <a:ln w="66675">
            <a:solidFill>
              <a:srgbClr val="0070C0"/>
            </a:solidFill>
            <a:tailEnd type="triangle"/>
          </a:ln>
        </p:spPr>
        <p:style>
          <a:lnRef idx="1">
            <a:schemeClr val="accent1"/>
          </a:lnRef>
          <a:fillRef idx="0">
            <a:schemeClr val="accent1"/>
          </a:fillRef>
          <a:effectRef idx="0">
            <a:schemeClr val="accent1"/>
          </a:effectRef>
          <a:fontRef idx="minor">
            <a:schemeClr val="tx1"/>
          </a:fontRef>
        </p:style>
      </p:cxnSp>
      <p:sp>
        <p:nvSpPr>
          <p:cNvPr id="3" name="Rectangle 2">
            <a:extLst>
              <a:ext uri="{FF2B5EF4-FFF2-40B4-BE49-F238E27FC236}">
                <a16:creationId xmlns:a16="http://schemas.microsoft.com/office/drawing/2014/main" id="{B8E1DCC8-3DEC-7941-C4BE-EDA89DEAD0AF}"/>
              </a:ext>
            </a:extLst>
          </p:cNvPr>
          <p:cNvSpPr/>
          <p:nvPr/>
        </p:nvSpPr>
        <p:spPr>
          <a:xfrm>
            <a:off x="2511263" y="2082678"/>
            <a:ext cx="1185552" cy="770063"/>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latin typeface="Abadi" panose="020B0604020104020204" pitchFamily="34" charset="0"/>
              </a:rPr>
              <a:t>SRA</a:t>
            </a:r>
          </a:p>
        </p:txBody>
      </p:sp>
      <p:cxnSp>
        <p:nvCxnSpPr>
          <p:cNvPr id="5" name="Straight Arrow Connector 4" descr="The Pathogen Detection pipeline assembles the data">
            <a:extLst>
              <a:ext uri="{FF2B5EF4-FFF2-40B4-BE49-F238E27FC236}">
                <a16:creationId xmlns:a16="http://schemas.microsoft.com/office/drawing/2014/main" id="{95A27E2C-70EB-3367-DF7A-8151847A563E}"/>
              </a:ext>
            </a:extLst>
          </p:cNvPr>
          <p:cNvCxnSpPr/>
          <p:nvPr/>
        </p:nvCxnSpPr>
        <p:spPr>
          <a:xfrm>
            <a:off x="3901786" y="2467708"/>
            <a:ext cx="656135" cy="0"/>
          </a:xfrm>
          <a:prstGeom prst="straightConnector1">
            <a:avLst/>
          </a:prstGeom>
          <a:ln w="66675">
            <a:solidFill>
              <a:srgbClr val="0070C0"/>
            </a:solidFill>
            <a:tailEnd type="triangle"/>
          </a:ln>
        </p:spPr>
        <p:style>
          <a:lnRef idx="1">
            <a:schemeClr val="accent1"/>
          </a:lnRef>
          <a:fillRef idx="0">
            <a:schemeClr val="accent1"/>
          </a:fillRef>
          <a:effectRef idx="0">
            <a:schemeClr val="accent1"/>
          </a:effectRef>
          <a:fontRef idx="minor">
            <a:schemeClr val="tx1"/>
          </a:fontRef>
        </p:style>
      </p:cxnSp>
      <p:sp>
        <p:nvSpPr>
          <p:cNvPr id="6" name="Rectangle 5">
            <a:extLst>
              <a:ext uri="{FF2B5EF4-FFF2-40B4-BE49-F238E27FC236}">
                <a16:creationId xmlns:a16="http://schemas.microsoft.com/office/drawing/2014/main" id="{3ECCC6DC-A082-3D4A-924B-7DDD03936663}"/>
              </a:ext>
            </a:extLst>
          </p:cNvPr>
          <p:cNvSpPr/>
          <p:nvPr/>
        </p:nvSpPr>
        <p:spPr>
          <a:xfrm>
            <a:off x="4777469" y="2082678"/>
            <a:ext cx="1816011" cy="770063"/>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latin typeface="Abadi" panose="020B0604020104020204" pitchFamily="34" charset="0"/>
              </a:rPr>
              <a:t>Assembly</a:t>
            </a:r>
          </a:p>
        </p:txBody>
      </p:sp>
      <p:cxnSp>
        <p:nvCxnSpPr>
          <p:cNvPr id="7" name="Straight Arrow Connector 6" descr="The newly assembled data are included in the clustering step">
            <a:extLst>
              <a:ext uri="{FF2B5EF4-FFF2-40B4-BE49-F238E27FC236}">
                <a16:creationId xmlns:a16="http://schemas.microsoft.com/office/drawing/2014/main" id="{2EEA7FE1-3107-CF2E-7FE6-D57634D154AE}"/>
              </a:ext>
            </a:extLst>
          </p:cNvPr>
          <p:cNvCxnSpPr>
            <a:cxnSpLocks/>
          </p:cNvCxnSpPr>
          <p:nvPr/>
        </p:nvCxnSpPr>
        <p:spPr>
          <a:xfrm>
            <a:off x="5716424" y="2947371"/>
            <a:ext cx="0" cy="716165"/>
          </a:xfrm>
          <a:prstGeom prst="straightConnector1">
            <a:avLst/>
          </a:prstGeom>
          <a:ln w="66675">
            <a:solidFill>
              <a:srgbClr val="0070C0"/>
            </a:solidFill>
            <a:tailEnd type="triangle"/>
          </a:ln>
        </p:spPr>
        <p:style>
          <a:lnRef idx="1">
            <a:schemeClr val="accent1"/>
          </a:lnRef>
          <a:fillRef idx="0">
            <a:schemeClr val="accent1"/>
          </a:fillRef>
          <a:effectRef idx="0">
            <a:schemeClr val="accent1"/>
          </a:effectRef>
          <a:fontRef idx="minor">
            <a:schemeClr val="tx1"/>
          </a:fontRef>
        </p:style>
      </p:cxnSp>
      <p:sp>
        <p:nvSpPr>
          <p:cNvPr id="10" name="Rectangle 9">
            <a:extLst>
              <a:ext uri="{FF2B5EF4-FFF2-40B4-BE49-F238E27FC236}">
                <a16:creationId xmlns:a16="http://schemas.microsoft.com/office/drawing/2014/main" id="{013119E5-752B-55E0-7CA5-1350FFC43392}"/>
              </a:ext>
            </a:extLst>
          </p:cNvPr>
          <p:cNvSpPr/>
          <p:nvPr/>
        </p:nvSpPr>
        <p:spPr>
          <a:xfrm>
            <a:off x="4777467" y="3758169"/>
            <a:ext cx="1816011" cy="770063"/>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latin typeface="Abadi" panose="020B0604020104020204" pitchFamily="34" charset="0"/>
              </a:rPr>
              <a:t>Clustering</a:t>
            </a:r>
          </a:p>
        </p:txBody>
      </p:sp>
      <p:sp>
        <p:nvSpPr>
          <p:cNvPr id="8" name="Rectangle 7">
            <a:extLst>
              <a:ext uri="{FF2B5EF4-FFF2-40B4-BE49-F238E27FC236}">
                <a16:creationId xmlns:a16="http://schemas.microsoft.com/office/drawing/2014/main" id="{37B3D850-B1BB-9C1D-5ACB-12739395E2D1}"/>
              </a:ext>
            </a:extLst>
          </p:cNvPr>
          <p:cNvSpPr/>
          <p:nvPr/>
        </p:nvSpPr>
        <p:spPr>
          <a:xfrm>
            <a:off x="7695791" y="2082678"/>
            <a:ext cx="2001448" cy="770063"/>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latin typeface="Abadi" panose="020B0604020104020204" pitchFamily="34" charset="0"/>
              </a:rPr>
              <a:t>Annotation</a:t>
            </a:r>
          </a:p>
        </p:txBody>
      </p:sp>
      <p:cxnSp>
        <p:nvCxnSpPr>
          <p:cNvPr id="9" name="Straight Arrow Connector 8" descr="An independent part of the pipeline annotates the assembled genomes using the NCBI Pgap tool">
            <a:extLst>
              <a:ext uri="{FF2B5EF4-FFF2-40B4-BE49-F238E27FC236}">
                <a16:creationId xmlns:a16="http://schemas.microsoft.com/office/drawing/2014/main" id="{ED684B5F-48F0-07A0-A691-2503BB67EE3C}"/>
              </a:ext>
            </a:extLst>
          </p:cNvPr>
          <p:cNvCxnSpPr>
            <a:cxnSpLocks/>
          </p:cNvCxnSpPr>
          <p:nvPr/>
        </p:nvCxnSpPr>
        <p:spPr>
          <a:xfrm>
            <a:off x="6894455" y="2467708"/>
            <a:ext cx="578248" cy="0"/>
          </a:xfrm>
          <a:prstGeom prst="straightConnector1">
            <a:avLst/>
          </a:prstGeom>
          <a:ln w="66675">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descr="Clusters of closely related genomes are determined and phylogenetic trees of each cluster are produced">
            <a:extLst>
              <a:ext uri="{FF2B5EF4-FFF2-40B4-BE49-F238E27FC236}">
                <a16:creationId xmlns:a16="http://schemas.microsoft.com/office/drawing/2014/main" id="{58C0396E-A1E2-36B3-45A6-EF1B45ABF23E}"/>
              </a:ext>
            </a:extLst>
          </p:cNvPr>
          <p:cNvCxnSpPr>
            <a:cxnSpLocks/>
          </p:cNvCxnSpPr>
          <p:nvPr/>
        </p:nvCxnSpPr>
        <p:spPr>
          <a:xfrm>
            <a:off x="5716424" y="4696489"/>
            <a:ext cx="0" cy="601067"/>
          </a:xfrm>
          <a:prstGeom prst="straightConnector1">
            <a:avLst/>
          </a:prstGeom>
          <a:ln w="66675">
            <a:solidFill>
              <a:srgbClr val="0070C0"/>
            </a:solidFill>
            <a:tailEnd type="triangle"/>
          </a:ln>
        </p:spPr>
        <p:style>
          <a:lnRef idx="1">
            <a:schemeClr val="accent1"/>
          </a:lnRef>
          <a:fillRef idx="0">
            <a:schemeClr val="accent1"/>
          </a:fillRef>
          <a:effectRef idx="0">
            <a:schemeClr val="accent1"/>
          </a:effectRef>
          <a:fontRef idx="minor">
            <a:schemeClr val="tx1"/>
          </a:fontRef>
        </p:style>
      </p:cxnSp>
      <p:sp>
        <p:nvSpPr>
          <p:cNvPr id="12" name="Rectangle 11">
            <a:extLst>
              <a:ext uri="{FF2B5EF4-FFF2-40B4-BE49-F238E27FC236}">
                <a16:creationId xmlns:a16="http://schemas.microsoft.com/office/drawing/2014/main" id="{27DDFA37-1D58-8B89-B8F9-AF95B9B4D8C3}"/>
              </a:ext>
            </a:extLst>
          </p:cNvPr>
          <p:cNvSpPr/>
          <p:nvPr/>
        </p:nvSpPr>
        <p:spPr>
          <a:xfrm>
            <a:off x="4777467" y="5433659"/>
            <a:ext cx="1816011" cy="770063"/>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latin typeface="Abadi" panose="020B0604020104020204" pitchFamily="34" charset="0"/>
              </a:rPr>
              <a:t>Trees</a:t>
            </a:r>
          </a:p>
        </p:txBody>
      </p:sp>
      <p:cxnSp>
        <p:nvCxnSpPr>
          <p:cNvPr id="13" name="Straight Arrow Connector 12" descr="Both annotated assemblies and unannotated assemblies are analyzed by AMRFinderPlus to identify antimicrobial resistance, virulence, and stress response genes in the assemblies">
            <a:extLst>
              <a:ext uri="{FF2B5EF4-FFF2-40B4-BE49-F238E27FC236}">
                <a16:creationId xmlns:a16="http://schemas.microsoft.com/office/drawing/2014/main" id="{2DDF4310-1000-9455-9375-D599F91DAD64}"/>
              </a:ext>
            </a:extLst>
          </p:cNvPr>
          <p:cNvCxnSpPr>
            <a:cxnSpLocks/>
          </p:cNvCxnSpPr>
          <p:nvPr/>
        </p:nvCxnSpPr>
        <p:spPr>
          <a:xfrm>
            <a:off x="8746135" y="2947370"/>
            <a:ext cx="0" cy="716165"/>
          </a:xfrm>
          <a:prstGeom prst="straightConnector1">
            <a:avLst/>
          </a:prstGeom>
          <a:ln w="66675">
            <a:solidFill>
              <a:srgbClr val="0070C0"/>
            </a:solidFill>
            <a:tailEnd type="triangle"/>
          </a:ln>
        </p:spPr>
        <p:style>
          <a:lnRef idx="1">
            <a:schemeClr val="accent1"/>
          </a:lnRef>
          <a:fillRef idx="0">
            <a:schemeClr val="accent1"/>
          </a:fillRef>
          <a:effectRef idx="0">
            <a:schemeClr val="accent1"/>
          </a:effectRef>
          <a:fontRef idx="minor">
            <a:schemeClr val="tx1"/>
          </a:fontRef>
        </p:style>
      </p:cxnSp>
      <p:sp>
        <p:nvSpPr>
          <p:cNvPr id="14" name="Rectangle 13">
            <a:extLst>
              <a:ext uri="{FF2B5EF4-FFF2-40B4-BE49-F238E27FC236}">
                <a16:creationId xmlns:a16="http://schemas.microsoft.com/office/drawing/2014/main" id="{DC510B77-BFB2-E3CF-03A3-8530C8AEA298}"/>
              </a:ext>
            </a:extLst>
          </p:cNvPr>
          <p:cNvSpPr/>
          <p:nvPr/>
        </p:nvSpPr>
        <p:spPr>
          <a:xfrm>
            <a:off x="7444225" y="3758169"/>
            <a:ext cx="2603823" cy="770063"/>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latin typeface="Abadi" panose="020B0604020104020204" pitchFamily="34" charset="0"/>
              </a:rPr>
              <a:t>AMRFinderPlus</a:t>
            </a:r>
          </a:p>
        </p:txBody>
      </p:sp>
      <p:cxnSp>
        <p:nvCxnSpPr>
          <p:cNvPr id="15" name="Straight Arrow Connector 14" descr="Both annotated assemblies and unannotated assemblies are analyzed by AMRFinderPlus to identify antimicrobial resistance, virulence, and stress response genes in the assemblies&#10;">
            <a:extLst>
              <a:ext uri="{FF2B5EF4-FFF2-40B4-BE49-F238E27FC236}">
                <a16:creationId xmlns:a16="http://schemas.microsoft.com/office/drawing/2014/main" id="{300FE2AF-DFF8-B356-E12E-AFBBC6E9F9AC}"/>
              </a:ext>
            </a:extLst>
          </p:cNvPr>
          <p:cNvCxnSpPr/>
          <p:nvPr/>
        </p:nvCxnSpPr>
        <p:spPr>
          <a:xfrm>
            <a:off x="6894455" y="2971496"/>
            <a:ext cx="673652" cy="716165"/>
          </a:xfrm>
          <a:prstGeom prst="straightConnector1">
            <a:avLst/>
          </a:prstGeom>
          <a:ln w="66675">
            <a:solidFill>
              <a:srgbClr val="0070C0"/>
            </a:solidFill>
            <a:tailEnd type="triangle"/>
          </a:ln>
        </p:spPr>
        <p:style>
          <a:lnRef idx="1">
            <a:schemeClr val="accent1"/>
          </a:lnRef>
          <a:fillRef idx="0">
            <a:schemeClr val="accent1"/>
          </a:fillRef>
          <a:effectRef idx="0">
            <a:schemeClr val="accent1"/>
          </a:effectRef>
          <a:fontRef idx="minor">
            <a:schemeClr val="tx1"/>
          </a:fontRef>
        </p:style>
      </p:cxnSp>
      <p:sp>
        <p:nvSpPr>
          <p:cNvPr id="16" name="Rectangle 15">
            <a:extLst>
              <a:ext uri="{FF2B5EF4-FFF2-40B4-BE49-F238E27FC236}">
                <a16:creationId xmlns:a16="http://schemas.microsoft.com/office/drawing/2014/main" id="{4533801C-1473-7963-0E52-2E33746C3517}"/>
              </a:ext>
            </a:extLst>
          </p:cNvPr>
          <p:cNvSpPr/>
          <p:nvPr/>
        </p:nvSpPr>
        <p:spPr>
          <a:xfrm>
            <a:off x="2147946" y="3758169"/>
            <a:ext cx="1548871" cy="770063"/>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err="1">
                <a:latin typeface="Abadi" panose="020B0604020104020204" pitchFamily="34" charset="0"/>
              </a:rPr>
              <a:t>GenBank</a:t>
            </a:r>
            <a:endParaRPr lang="en-US" sz="2800" dirty="0">
              <a:latin typeface="Abadi" panose="020B0604020104020204" pitchFamily="34" charset="0"/>
            </a:endParaRPr>
          </a:p>
        </p:txBody>
      </p:sp>
      <p:cxnSp>
        <p:nvCxnSpPr>
          <p:cNvPr id="17" name="Straight Arrow Connector 16" descr="Assembled genomes from GenBank are included in the clustering step">
            <a:extLst>
              <a:ext uri="{FF2B5EF4-FFF2-40B4-BE49-F238E27FC236}">
                <a16:creationId xmlns:a16="http://schemas.microsoft.com/office/drawing/2014/main" id="{0E0FCFB6-DC98-9DE1-27E5-23390670FD1E}"/>
              </a:ext>
            </a:extLst>
          </p:cNvPr>
          <p:cNvCxnSpPr/>
          <p:nvPr/>
        </p:nvCxnSpPr>
        <p:spPr>
          <a:xfrm>
            <a:off x="3901786" y="4136189"/>
            <a:ext cx="656135" cy="0"/>
          </a:xfrm>
          <a:prstGeom prst="straightConnector1">
            <a:avLst/>
          </a:prstGeom>
          <a:ln w="66675">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18" name="Straight Connector 17" descr="The main part of the pipeline includes assembly, clustering, and phylogenetic tree generation&#10;">
            <a:extLst>
              <a:ext uri="{FF2B5EF4-FFF2-40B4-BE49-F238E27FC236}">
                <a16:creationId xmlns:a16="http://schemas.microsoft.com/office/drawing/2014/main" id="{4E47D71C-9D31-CBD4-FD05-9054EEB84B54}"/>
              </a:ext>
            </a:extLst>
          </p:cNvPr>
          <p:cNvCxnSpPr>
            <a:cxnSpLocks/>
          </p:cNvCxnSpPr>
          <p:nvPr/>
        </p:nvCxnSpPr>
        <p:spPr>
          <a:xfrm>
            <a:off x="1319704" y="1885454"/>
            <a:ext cx="5443188" cy="9773"/>
          </a:xfrm>
          <a:prstGeom prst="line">
            <a:avLst/>
          </a:prstGeom>
          <a:ln w="19050">
            <a:solidFill>
              <a:srgbClr val="0070C0"/>
            </a:solidFill>
            <a:prstDash val="lgDash"/>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EDF80091-8840-915F-2808-A8C0AD1AF0E3}"/>
              </a:ext>
              <a:ext uri="{C183D7F6-B498-43B3-948B-1728B52AA6E4}">
                <adec:decorative xmlns:adec="http://schemas.microsoft.com/office/drawing/2017/decorative" val="1"/>
              </a:ext>
            </a:extLst>
          </p:cNvPr>
          <p:cNvCxnSpPr>
            <a:cxnSpLocks/>
          </p:cNvCxnSpPr>
          <p:nvPr/>
        </p:nvCxnSpPr>
        <p:spPr>
          <a:xfrm>
            <a:off x="1333235" y="3090153"/>
            <a:ext cx="3336722" cy="0"/>
          </a:xfrm>
          <a:prstGeom prst="line">
            <a:avLst/>
          </a:prstGeom>
          <a:ln w="19050">
            <a:solidFill>
              <a:srgbClr val="0070C0"/>
            </a:solidFill>
            <a:prstDash val="lgDash"/>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E4B8F268-A3A0-7C5D-B273-4531FA3FCC55}"/>
              </a:ext>
              <a:ext uri="{C183D7F6-B498-43B3-948B-1728B52AA6E4}">
                <adec:decorative xmlns:adec="http://schemas.microsoft.com/office/drawing/2017/decorative" val="1"/>
              </a:ext>
            </a:extLst>
          </p:cNvPr>
          <p:cNvCxnSpPr>
            <a:cxnSpLocks/>
          </p:cNvCxnSpPr>
          <p:nvPr/>
        </p:nvCxnSpPr>
        <p:spPr>
          <a:xfrm flipH="1">
            <a:off x="4643338" y="3090154"/>
            <a:ext cx="26620" cy="3258767"/>
          </a:xfrm>
          <a:prstGeom prst="line">
            <a:avLst/>
          </a:prstGeom>
          <a:ln w="19050">
            <a:solidFill>
              <a:srgbClr val="0070C0"/>
            </a:solidFill>
            <a:prstDash val="lgDash"/>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02471E5C-DB49-5C58-6CFF-77C37A6D76A6}"/>
              </a:ext>
              <a:ext uri="{C183D7F6-B498-43B3-948B-1728B52AA6E4}">
                <adec:decorative xmlns:adec="http://schemas.microsoft.com/office/drawing/2017/decorative" val="1"/>
              </a:ext>
            </a:extLst>
          </p:cNvPr>
          <p:cNvCxnSpPr>
            <a:cxnSpLocks/>
          </p:cNvCxnSpPr>
          <p:nvPr/>
        </p:nvCxnSpPr>
        <p:spPr>
          <a:xfrm>
            <a:off x="6762892" y="1905000"/>
            <a:ext cx="0" cy="4461237"/>
          </a:xfrm>
          <a:prstGeom prst="line">
            <a:avLst/>
          </a:prstGeom>
          <a:ln w="19050">
            <a:solidFill>
              <a:srgbClr val="0070C0"/>
            </a:solidFill>
            <a:prstDash val="lgDash"/>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06241FAA-C855-0095-B0D0-A966C48084B0}"/>
              </a:ext>
              <a:ext uri="{C183D7F6-B498-43B3-948B-1728B52AA6E4}">
                <adec:decorative xmlns:adec="http://schemas.microsoft.com/office/drawing/2017/decorative" val="1"/>
              </a:ext>
            </a:extLst>
          </p:cNvPr>
          <p:cNvCxnSpPr>
            <a:cxnSpLocks/>
          </p:cNvCxnSpPr>
          <p:nvPr/>
        </p:nvCxnSpPr>
        <p:spPr>
          <a:xfrm>
            <a:off x="4643338" y="6400799"/>
            <a:ext cx="2063689" cy="0"/>
          </a:xfrm>
          <a:prstGeom prst="line">
            <a:avLst/>
          </a:prstGeom>
          <a:ln w="19050">
            <a:solidFill>
              <a:srgbClr val="0070C0"/>
            </a:solidFill>
            <a:prstDash val="lgDash"/>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ADC8EB07-CD82-532C-010C-664A4919528E}"/>
              </a:ext>
              <a:ext uri="{C183D7F6-B498-43B3-948B-1728B52AA6E4}">
                <adec:decorative xmlns:adec="http://schemas.microsoft.com/office/drawing/2017/decorative" val="1"/>
              </a:ext>
            </a:extLst>
          </p:cNvPr>
          <p:cNvCxnSpPr>
            <a:cxnSpLocks/>
          </p:cNvCxnSpPr>
          <p:nvPr/>
        </p:nvCxnSpPr>
        <p:spPr>
          <a:xfrm flipH="1">
            <a:off x="1333235" y="1905000"/>
            <a:ext cx="6093" cy="1149575"/>
          </a:xfrm>
          <a:prstGeom prst="line">
            <a:avLst/>
          </a:prstGeom>
          <a:ln w="19050">
            <a:solidFill>
              <a:srgbClr val="0070C0"/>
            </a:solidFill>
            <a:prstDash val="lgDash"/>
          </a:ln>
        </p:spPr>
        <p:style>
          <a:lnRef idx="1">
            <a:schemeClr val="accent1"/>
          </a:lnRef>
          <a:fillRef idx="0">
            <a:schemeClr val="accent1"/>
          </a:fillRef>
          <a:effectRef idx="0">
            <a:schemeClr val="accent1"/>
          </a:effectRef>
          <a:fontRef idx="minor">
            <a:schemeClr val="tx1"/>
          </a:fontRef>
        </p:style>
      </p:cxnSp>
      <p:sp>
        <p:nvSpPr>
          <p:cNvPr id="24" name="Arrow: Right 23" descr="The goal is turnaround the analysis within 24 hours after data submission">
            <a:extLst>
              <a:ext uri="{FF2B5EF4-FFF2-40B4-BE49-F238E27FC236}">
                <a16:creationId xmlns:a16="http://schemas.microsoft.com/office/drawing/2014/main" id="{06C268C4-EB19-DD1A-789F-ADC3EDF561EE}"/>
              </a:ext>
            </a:extLst>
          </p:cNvPr>
          <p:cNvSpPr/>
          <p:nvPr/>
        </p:nvSpPr>
        <p:spPr>
          <a:xfrm rot="10800000">
            <a:off x="6816569" y="5723109"/>
            <a:ext cx="573383" cy="408561"/>
          </a:xfrm>
          <a:prstGeom prst="rightArrow">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a:latin typeface="Abadi" panose="020B0604020104020204" pitchFamily="34" charset="0"/>
            </a:endParaRPr>
          </a:p>
        </p:txBody>
      </p:sp>
      <p:sp>
        <p:nvSpPr>
          <p:cNvPr id="25" name="TextBox 24">
            <a:extLst>
              <a:ext uri="{FF2B5EF4-FFF2-40B4-BE49-F238E27FC236}">
                <a16:creationId xmlns:a16="http://schemas.microsoft.com/office/drawing/2014/main" id="{A2D0078D-AC71-0A04-70A7-B46DCE1243DE}"/>
              </a:ext>
            </a:extLst>
          </p:cNvPr>
          <p:cNvSpPr txBox="1"/>
          <p:nvPr/>
        </p:nvSpPr>
        <p:spPr>
          <a:xfrm>
            <a:off x="7588761" y="5723108"/>
            <a:ext cx="1365246" cy="300210"/>
          </a:xfrm>
          <a:prstGeom prst="rect">
            <a:avLst/>
          </a:prstGeom>
          <a:noFill/>
        </p:spPr>
        <p:txBody>
          <a:bodyPr wrap="none" rtlCol="0">
            <a:spAutoFit/>
          </a:bodyPr>
          <a:lstStyle/>
          <a:p>
            <a:r>
              <a:rPr lang="en-US" sz="1351">
                <a:latin typeface="Abadi" panose="020B0604020104020204" pitchFamily="34" charset="0"/>
              </a:rPr>
              <a:t>Goal &lt;24 hours</a:t>
            </a:r>
          </a:p>
        </p:txBody>
      </p:sp>
      <p:cxnSp>
        <p:nvCxnSpPr>
          <p:cNvPr id="26" name="Straight Arrow Connector 25" descr="Sequence data is submitted to the Sequence Read Archive">
            <a:extLst>
              <a:ext uri="{FF2B5EF4-FFF2-40B4-BE49-F238E27FC236}">
                <a16:creationId xmlns:a16="http://schemas.microsoft.com/office/drawing/2014/main" id="{6D6CE75D-047D-AC36-DFB3-61968E79BE2E}"/>
              </a:ext>
            </a:extLst>
          </p:cNvPr>
          <p:cNvCxnSpPr/>
          <p:nvPr/>
        </p:nvCxnSpPr>
        <p:spPr>
          <a:xfrm>
            <a:off x="1333235" y="4136189"/>
            <a:ext cx="656135" cy="0"/>
          </a:xfrm>
          <a:prstGeom prst="straightConnector1">
            <a:avLst/>
          </a:prstGeom>
          <a:ln w="66675">
            <a:solidFill>
              <a:srgbClr val="0070C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0664300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E17E32-AEBE-43C9-AA6A-1391E3644454}"/>
              </a:ext>
            </a:extLst>
          </p:cNvPr>
          <p:cNvSpPr txBox="1">
            <a:spLocks/>
          </p:cNvSpPr>
          <p:nvPr/>
        </p:nvSpPr>
        <p:spPr>
          <a:xfrm>
            <a:off x="443595" y="180869"/>
            <a:ext cx="10515600" cy="1325563"/>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Helvetica" charset="0"/>
                <a:ea typeface="Helvetica" charset="0"/>
                <a:cs typeface="Helvetica" charset="0"/>
              </a:defRPr>
            </a:lvl1pPr>
          </a:lstStyle>
          <a:p>
            <a:r>
              <a:rPr lang="en-US">
                <a:latin typeface="Arial" panose="020B0604020202020204" pitchFamily="34" charset="0"/>
                <a:cs typeface="Arial" panose="020B0604020202020204" pitchFamily="34" charset="0"/>
              </a:rPr>
              <a:t>Web browsers</a:t>
            </a:r>
            <a:endParaRPr lang="en-US" dirty="0">
              <a:latin typeface="Arial" panose="020B0604020202020204" pitchFamily="34" charset="0"/>
              <a:cs typeface="Arial" panose="020B0604020202020204" pitchFamily="34" charset="0"/>
            </a:endParaRPr>
          </a:p>
        </p:txBody>
      </p:sp>
      <p:grpSp>
        <p:nvGrpSpPr>
          <p:cNvPr id="3" name="Group 2">
            <a:extLst>
              <a:ext uri="{FF2B5EF4-FFF2-40B4-BE49-F238E27FC236}">
                <a16:creationId xmlns:a16="http://schemas.microsoft.com/office/drawing/2014/main" id="{B6E5A99F-DE26-47A2-8195-2EA45A876418}"/>
              </a:ext>
            </a:extLst>
          </p:cNvPr>
          <p:cNvGrpSpPr/>
          <p:nvPr/>
        </p:nvGrpSpPr>
        <p:grpSpPr>
          <a:xfrm>
            <a:off x="493680" y="1077144"/>
            <a:ext cx="4198349" cy="1505528"/>
            <a:chOff x="275020" y="652292"/>
            <a:chExt cx="4016761" cy="2005193"/>
          </a:xfrm>
        </p:grpSpPr>
        <p:sp>
          <p:nvSpPr>
            <p:cNvPr id="4" name="TextBox 3">
              <a:extLst>
                <a:ext uri="{FF2B5EF4-FFF2-40B4-BE49-F238E27FC236}">
                  <a16:creationId xmlns:a16="http://schemas.microsoft.com/office/drawing/2014/main" id="{87030516-D3A8-4389-B6A8-B494F83590A4}"/>
                </a:ext>
              </a:extLst>
            </p:cNvPr>
            <p:cNvSpPr txBox="1"/>
            <p:nvPr/>
          </p:nvSpPr>
          <p:spPr>
            <a:xfrm>
              <a:off x="2807135" y="652292"/>
              <a:ext cx="1484646" cy="1598702"/>
            </a:xfrm>
            <a:prstGeom prst="rect">
              <a:avLst/>
            </a:prstGeom>
            <a:noFill/>
          </p:spPr>
          <p:txBody>
            <a:bodyPr wrap="square" rtlCol="0">
              <a:spAutoFit/>
            </a:bodyPr>
            <a:lstStyle/>
            <a:p>
              <a:r>
                <a:rPr lang="en-US" dirty="0">
                  <a:latin typeface="Arial" panose="020B0604020202020204" pitchFamily="34" charset="0"/>
                  <a:ea typeface="Cambria" panose="02040503050406030204" pitchFamily="18" charset="0"/>
                  <a:cs typeface="Arial" panose="020B0604020202020204" pitchFamily="34" charset="0"/>
                </a:rPr>
                <a:t>Every row is a reference gene or point mutation</a:t>
              </a:r>
            </a:p>
          </p:txBody>
        </p:sp>
        <p:sp>
          <p:nvSpPr>
            <p:cNvPr id="5" name="Rectangle 4">
              <a:extLst>
                <a:ext uri="{FF2B5EF4-FFF2-40B4-BE49-F238E27FC236}">
                  <a16:creationId xmlns:a16="http://schemas.microsoft.com/office/drawing/2014/main" id="{56E7E8BD-ADEF-46C2-95D4-BE55B1933CA3}"/>
                </a:ext>
              </a:extLst>
            </p:cNvPr>
            <p:cNvSpPr/>
            <p:nvPr/>
          </p:nvSpPr>
          <p:spPr>
            <a:xfrm>
              <a:off x="275020" y="653743"/>
              <a:ext cx="4016761" cy="1964853"/>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rial" panose="020B0604020202020204" pitchFamily="34" charset="0"/>
                <a:ea typeface="Cambria" panose="02040503050406030204" pitchFamily="18" charset="0"/>
                <a:cs typeface="Arial" panose="020B0604020202020204" pitchFamily="34" charset="0"/>
              </a:endParaRPr>
            </a:p>
          </p:txBody>
        </p:sp>
        <p:sp>
          <p:nvSpPr>
            <p:cNvPr id="6" name="TextBox 5">
              <a:extLst>
                <a:ext uri="{FF2B5EF4-FFF2-40B4-BE49-F238E27FC236}">
                  <a16:creationId xmlns:a16="http://schemas.microsoft.com/office/drawing/2014/main" id="{0117BC94-A695-471E-A0D1-0C648454DCB9}"/>
                </a:ext>
              </a:extLst>
            </p:cNvPr>
            <p:cNvSpPr txBox="1"/>
            <p:nvPr/>
          </p:nvSpPr>
          <p:spPr>
            <a:xfrm>
              <a:off x="2855054" y="2165577"/>
              <a:ext cx="1268830" cy="491908"/>
            </a:xfrm>
            <a:prstGeom prst="rect">
              <a:avLst/>
            </a:prstGeom>
            <a:noFill/>
          </p:spPr>
          <p:txBody>
            <a:bodyPr wrap="square" rtlCol="0">
              <a:spAutoFit/>
            </a:bodyPr>
            <a:lstStyle/>
            <a:p>
              <a:r>
                <a:rPr lang="en-US" dirty="0">
                  <a:latin typeface="Arial" panose="020B0604020202020204" pitchFamily="34" charset="0"/>
                  <a:ea typeface="Cambria" panose="02040503050406030204" pitchFamily="18" charset="0"/>
                  <a:cs typeface="Arial" panose="020B0604020202020204" pitchFamily="34" charset="0"/>
                </a:rPr>
                <a:t>1,000 X N</a:t>
              </a:r>
            </a:p>
          </p:txBody>
        </p:sp>
        <p:sp>
          <p:nvSpPr>
            <p:cNvPr id="7" name="Document 5">
              <a:extLst>
                <a:ext uri="{FF2B5EF4-FFF2-40B4-BE49-F238E27FC236}">
                  <a16:creationId xmlns:a16="http://schemas.microsoft.com/office/drawing/2014/main" id="{31566C26-C3E5-487B-B9D1-74B93F6E99E8}"/>
                </a:ext>
              </a:extLst>
            </p:cNvPr>
            <p:cNvSpPr/>
            <p:nvPr/>
          </p:nvSpPr>
          <p:spPr>
            <a:xfrm>
              <a:off x="362672" y="749127"/>
              <a:ext cx="2444463" cy="1668665"/>
            </a:xfrm>
            <a:prstGeom prst="flowChartDocumen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400" dirty="0">
                  <a:solidFill>
                    <a:schemeClr val="bg1"/>
                  </a:solidFill>
                  <a:latin typeface="Arial" panose="020B0604020202020204" pitchFamily="34" charset="0"/>
                  <a:ea typeface="Cambria" panose="02040503050406030204" pitchFamily="18" charset="0"/>
                  <a:cs typeface="Arial" panose="020B0604020202020204" pitchFamily="34" charset="0"/>
                </a:rPr>
                <a:t>Reference Gene Catalog</a:t>
              </a:r>
            </a:p>
          </p:txBody>
        </p:sp>
      </p:grpSp>
      <p:grpSp>
        <p:nvGrpSpPr>
          <p:cNvPr id="8" name="Group 7">
            <a:extLst>
              <a:ext uri="{FF2B5EF4-FFF2-40B4-BE49-F238E27FC236}">
                <a16:creationId xmlns:a16="http://schemas.microsoft.com/office/drawing/2014/main" id="{61E64664-F269-4FE9-96B9-0178920E61FF}"/>
              </a:ext>
            </a:extLst>
          </p:cNvPr>
          <p:cNvGrpSpPr/>
          <p:nvPr/>
        </p:nvGrpSpPr>
        <p:grpSpPr>
          <a:xfrm>
            <a:off x="493680" y="4777641"/>
            <a:ext cx="4198349" cy="1505528"/>
            <a:chOff x="275020" y="652292"/>
            <a:chExt cx="4016761" cy="2005193"/>
          </a:xfrm>
        </p:grpSpPr>
        <p:sp>
          <p:nvSpPr>
            <p:cNvPr id="9" name="TextBox 8">
              <a:extLst>
                <a:ext uri="{FF2B5EF4-FFF2-40B4-BE49-F238E27FC236}">
                  <a16:creationId xmlns:a16="http://schemas.microsoft.com/office/drawing/2014/main" id="{C411ABBC-4EA2-4468-9041-038C1130CE27}"/>
                </a:ext>
              </a:extLst>
            </p:cNvPr>
            <p:cNvSpPr txBox="1"/>
            <p:nvPr/>
          </p:nvSpPr>
          <p:spPr>
            <a:xfrm>
              <a:off x="2807135" y="652292"/>
              <a:ext cx="1484646" cy="860840"/>
            </a:xfrm>
            <a:prstGeom prst="rect">
              <a:avLst/>
            </a:prstGeom>
            <a:noFill/>
          </p:spPr>
          <p:txBody>
            <a:bodyPr wrap="square" rtlCol="0">
              <a:spAutoFit/>
            </a:bodyPr>
            <a:lstStyle/>
            <a:p>
              <a:r>
                <a:rPr lang="en-US" dirty="0">
                  <a:latin typeface="Arial" panose="020B0604020202020204" pitchFamily="34" charset="0"/>
                  <a:ea typeface="Cambria" panose="02040503050406030204" pitchFamily="18" charset="0"/>
                  <a:cs typeface="Arial" panose="020B0604020202020204" pitchFamily="34" charset="0"/>
                </a:rPr>
                <a:t>Every row is an HMM</a:t>
              </a:r>
            </a:p>
          </p:txBody>
        </p:sp>
        <p:sp>
          <p:nvSpPr>
            <p:cNvPr id="10" name="Rectangle 9">
              <a:extLst>
                <a:ext uri="{FF2B5EF4-FFF2-40B4-BE49-F238E27FC236}">
                  <a16:creationId xmlns:a16="http://schemas.microsoft.com/office/drawing/2014/main" id="{A07118FC-26F5-487A-98AC-2620777B8DAF}"/>
                </a:ext>
              </a:extLst>
            </p:cNvPr>
            <p:cNvSpPr/>
            <p:nvPr/>
          </p:nvSpPr>
          <p:spPr>
            <a:xfrm>
              <a:off x="275020" y="653743"/>
              <a:ext cx="4016761" cy="1964853"/>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rial" panose="020B0604020202020204" pitchFamily="34" charset="0"/>
                <a:ea typeface="Cambria" panose="02040503050406030204" pitchFamily="18" charset="0"/>
                <a:cs typeface="Arial" panose="020B0604020202020204" pitchFamily="34" charset="0"/>
              </a:endParaRPr>
            </a:p>
          </p:txBody>
        </p:sp>
        <p:sp>
          <p:nvSpPr>
            <p:cNvPr id="11" name="TextBox 10">
              <a:extLst>
                <a:ext uri="{FF2B5EF4-FFF2-40B4-BE49-F238E27FC236}">
                  <a16:creationId xmlns:a16="http://schemas.microsoft.com/office/drawing/2014/main" id="{9419A56C-7F28-4EC4-AF93-E31EA71192C6}"/>
                </a:ext>
              </a:extLst>
            </p:cNvPr>
            <p:cNvSpPr txBox="1"/>
            <p:nvPr/>
          </p:nvSpPr>
          <p:spPr>
            <a:xfrm>
              <a:off x="2987034" y="2165577"/>
              <a:ext cx="1136850" cy="491908"/>
            </a:xfrm>
            <a:prstGeom prst="rect">
              <a:avLst/>
            </a:prstGeom>
            <a:noFill/>
          </p:spPr>
          <p:txBody>
            <a:bodyPr wrap="square" rtlCol="0">
              <a:spAutoFit/>
            </a:bodyPr>
            <a:lstStyle/>
            <a:p>
              <a:r>
                <a:rPr lang="en-US" dirty="0">
                  <a:latin typeface="Arial" panose="020B0604020202020204" pitchFamily="34" charset="0"/>
                  <a:ea typeface="Cambria" panose="02040503050406030204" pitchFamily="18" charset="0"/>
                  <a:cs typeface="Arial" panose="020B0604020202020204" pitchFamily="34" charset="0"/>
                </a:rPr>
                <a:t>100 X N</a:t>
              </a:r>
            </a:p>
          </p:txBody>
        </p:sp>
        <p:sp>
          <p:nvSpPr>
            <p:cNvPr id="12" name="Document 5">
              <a:extLst>
                <a:ext uri="{FF2B5EF4-FFF2-40B4-BE49-F238E27FC236}">
                  <a16:creationId xmlns:a16="http://schemas.microsoft.com/office/drawing/2014/main" id="{F45E7311-BD09-4B7C-9813-176892D8A5A2}"/>
                </a:ext>
              </a:extLst>
            </p:cNvPr>
            <p:cNvSpPr/>
            <p:nvPr/>
          </p:nvSpPr>
          <p:spPr>
            <a:xfrm>
              <a:off x="362672" y="749127"/>
              <a:ext cx="2444463" cy="1668665"/>
            </a:xfrm>
            <a:prstGeom prst="flowChartDocumen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400" dirty="0">
                  <a:solidFill>
                    <a:schemeClr val="bg1"/>
                  </a:solidFill>
                  <a:latin typeface="Arial" panose="020B0604020202020204" pitchFamily="34" charset="0"/>
                  <a:ea typeface="Cambria" panose="02040503050406030204" pitchFamily="18" charset="0"/>
                  <a:cs typeface="Arial" panose="020B0604020202020204" pitchFamily="34" charset="0"/>
                </a:rPr>
                <a:t>Reference HMM Catalog</a:t>
              </a:r>
            </a:p>
          </p:txBody>
        </p:sp>
      </p:grpSp>
      <p:grpSp>
        <p:nvGrpSpPr>
          <p:cNvPr id="13" name="Group 12">
            <a:extLst>
              <a:ext uri="{FF2B5EF4-FFF2-40B4-BE49-F238E27FC236}">
                <a16:creationId xmlns:a16="http://schemas.microsoft.com/office/drawing/2014/main" id="{86B23C0B-CF6C-4E22-B99E-64A293EB7159}"/>
              </a:ext>
            </a:extLst>
          </p:cNvPr>
          <p:cNvGrpSpPr/>
          <p:nvPr/>
        </p:nvGrpSpPr>
        <p:grpSpPr>
          <a:xfrm>
            <a:off x="493679" y="2912249"/>
            <a:ext cx="4198349" cy="1505528"/>
            <a:chOff x="275020" y="652292"/>
            <a:chExt cx="4016761" cy="2005193"/>
          </a:xfrm>
        </p:grpSpPr>
        <p:sp>
          <p:nvSpPr>
            <p:cNvPr id="14" name="TextBox 13">
              <a:extLst>
                <a:ext uri="{FF2B5EF4-FFF2-40B4-BE49-F238E27FC236}">
                  <a16:creationId xmlns:a16="http://schemas.microsoft.com/office/drawing/2014/main" id="{A4FCCF70-9329-4F99-A637-1E20A4104F33}"/>
                </a:ext>
              </a:extLst>
            </p:cNvPr>
            <p:cNvSpPr txBox="1"/>
            <p:nvPr/>
          </p:nvSpPr>
          <p:spPr>
            <a:xfrm>
              <a:off x="2807135" y="652292"/>
              <a:ext cx="1484646" cy="1229771"/>
            </a:xfrm>
            <a:prstGeom prst="rect">
              <a:avLst/>
            </a:prstGeom>
            <a:noFill/>
          </p:spPr>
          <p:txBody>
            <a:bodyPr wrap="square" rtlCol="0">
              <a:spAutoFit/>
            </a:bodyPr>
            <a:lstStyle/>
            <a:p>
              <a:r>
                <a:rPr lang="en-US" dirty="0">
                  <a:latin typeface="Arial" panose="020B0604020202020204" pitchFamily="34" charset="0"/>
                  <a:ea typeface="Cambria" panose="02040503050406030204" pitchFamily="18" charset="0"/>
                  <a:cs typeface="Arial" panose="020B0604020202020204" pitchFamily="34" charset="0"/>
                </a:rPr>
                <a:t>Every row is a node in our hierarchy</a:t>
              </a:r>
            </a:p>
          </p:txBody>
        </p:sp>
        <p:sp>
          <p:nvSpPr>
            <p:cNvPr id="15" name="Rectangle 14">
              <a:extLst>
                <a:ext uri="{FF2B5EF4-FFF2-40B4-BE49-F238E27FC236}">
                  <a16:creationId xmlns:a16="http://schemas.microsoft.com/office/drawing/2014/main" id="{A5668040-9CCA-4104-B0E7-EDC3F55AE2A5}"/>
                </a:ext>
              </a:extLst>
            </p:cNvPr>
            <p:cNvSpPr/>
            <p:nvPr/>
          </p:nvSpPr>
          <p:spPr>
            <a:xfrm>
              <a:off x="275020" y="653743"/>
              <a:ext cx="4016761" cy="1964853"/>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rial" panose="020B0604020202020204" pitchFamily="34" charset="0"/>
                <a:ea typeface="Cambria" panose="02040503050406030204" pitchFamily="18" charset="0"/>
                <a:cs typeface="Arial" panose="020B0604020202020204" pitchFamily="34" charset="0"/>
              </a:endParaRPr>
            </a:p>
          </p:txBody>
        </p:sp>
        <p:sp>
          <p:nvSpPr>
            <p:cNvPr id="16" name="TextBox 15">
              <a:extLst>
                <a:ext uri="{FF2B5EF4-FFF2-40B4-BE49-F238E27FC236}">
                  <a16:creationId xmlns:a16="http://schemas.microsoft.com/office/drawing/2014/main" id="{8017C030-A438-4C2F-8EC7-57CF7BB56923}"/>
                </a:ext>
              </a:extLst>
            </p:cNvPr>
            <p:cNvSpPr txBox="1"/>
            <p:nvPr/>
          </p:nvSpPr>
          <p:spPr>
            <a:xfrm>
              <a:off x="2987034" y="2165577"/>
              <a:ext cx="1136850" cy="491908"/>
            </a:xfrm>
            <a:prstGeom prst="rect">
              <a:avLst/>
            </a:prstGeom>
            <a:noFill/>
          </p:spPr>
          <p:txBody>
            <a:bodyPr wrap="square" rtlCol="0">
              <a:spAutoFit/>
            </a:bodyPr>
            <a:lstStyle/>
            <a:p>
              <a:r>
                <a:rPr lang="en-US" dirty="0">
                  <a:latin typeface="Arial" panose="020B0604020202020204" pitchFamily="34" charset="0"/>
                  <a:ea typeface="Cambria" panose="02040503050406030204" pitchFamily="18" charset="0"/>
                  <a:cs typeface="Arial" panose="020B0604020202020204" pitchFamily="34" charset="0"/>
                </a:rPr>
                <a:t>1000 X N</a:t>
              </a:r>
            </a:p>
          </p:txBody>
        </p:sp>
        <p:sp>
          <p:nvSpPr>
            <p:cNvPr id="17" name="Document 5">
              <a:extLst>
                <a:ext uri="{FF2B5EF4-FFF2-40B4-BE49-F238E27FC236}">
                  <a16:creationId xmlns:a16="http://schemas.microsoft.com/office/drawing/2014/main" id="{B2696EAC-ECC9-4975-AC23-4D4C3D9D6436}"/>
                </a:ext>
              </a:extLst>
            </p:cNvPr>
            <p:cNvSpPr/>
            <p:nvPr/>
          </p:nvSpPr>
          <p:spPr>
            <a:xfrm>
              <a:off x="362672" y="749127"/>
              <a:ext cx="2444463" cy="1668665"/>
            </a:xfrm>
            <a:prstGeom prst="flowChartDocumen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400" dirty="0">
                  <a:solidFill>
                    <a:schemeClr val="bg1"/>
                  </a:solidFill>
                  <a:latin typeface="Arial" panose="020B0604020202020204" pitchFamily="34" charset="0"/>
                  <a:ea typeface="Cambria" panose="02040503050406030204" pitchFamily="18" charset="0"/>
                  <a:cs typeface="Arial" panose="020B0604020202020204" pitchFamily="34" charset="0"/>
                </a:rPr>
                <a:t>Reference Gene Hierarchy</a:t>
              </a:r>
            </a:p>
          </p:txBody>
        </p:sp>
      </p:grpSp>
      <p:cxnSp>
        <p:nvCxnSpPr>
          <p:cNvPr id="18" name="Straight Arrow Connector 17">
            <a:extLst>
              <a:ext uri="{FF2B5EF4-FFF2-40B4-BE49-F238E27FC236}">
                <a16:creationId xmlns:a16="http://schemas.microsoft.com/office/drawing/2014/main" id="{3EBDB9C5-7E24-4858-9D4F-06601AE6CF0C}"/>
              </a:ext>
            </a:extLst>
          </p:cNvPr>
          <p:cNvCxnSpPr>
            <a:stCxn id="5" idx="2"/>
            <a:endCxn id="15" idx="0"/>
          </p:cNvCxnSpPr>
          <p:nvPr/>
        </p:nvCxnSpPr>
        <p:spPr>
          <a:xfrm flipH="1">
            <a:off x="2592854" y="2553474"/>
            <a:ext cx="1" cy="359864"/>
          </a:xfrm>
          <a:prstGeom prst="straightConnector1">
            <a:avLst/>
          </a:prstGeom>
          <a:ln w="38100">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06B4AB62-E38A-4A9E-9CCB-76EFD48BAEF8}"/>
              </a:ext>
            </a:extLst>
          </p:cNvPr>
          <p:cNvCxnSpPr>
            <a:cxnSpLocks/>
            <a:stCxn id="15" idx="2"/>
            <a:endCxn id="10" idx="0"/>
          </p:cNvCxnSpPr>
          <p:nvPr/>
        </p:nvCxnSpPr>
        <p:spPr>
          <a:xfrm>
            <a:off x="2592854" y="4388578"/>
            <a:ext cx="1" cy="390152"/>
          </a:xfrm>
          <a:prstGeom prst="straightConnector1">
            <a:avLst/>
          </a:prstGeom>
          <a:ln w="38100">
            <a:headEnd type="triangle"/>
            <a:tailEnd type="triangle"/>
          </a:ln>
        </p:spPr>
        <p:style>
          <a:lnRef idx="1">
            <a:schemeClr val="accent1"/>
          </a:lnRef>
          <a:fillRef idx="0">
            <a:schemeClr val="accent1"/>
          </a:fillRef>
          <a:effectRef idx="0">
            <a:schemeClr val="accent1"/>
          </a:effectRef>
          <a:fontRef idx="minor">
            <a:schemeClr val="tx1"/>
          </a:fontRef>
        </p:style>
      </p:cxnSp>
      <p:sp>
        <p:nvSpPr>
          <p:cNvPr id="20" name="Document 5">
            <a:extLst>
              <a:ext uri="{FF2B5EF4-FFF2-40B4-BE49-F238E27FC236}">
                <a16:creationId xmlns:a16="http://schemas.microsoft.com/office/drawing/2014/main" id="{67F838D2-D0A6-40DB-A979-504167168978}"/>
              </a:ext>
            </a:extLst>
          </p:cNvPr>
          <p:cNvSpPr/>
          <p:nvPr/>
        </p:nvSpPr>
        <p:spPr>
          <a:xfrm>
            <a:off x="5701395" y="888660"/>
            <a:ext cx="3284985" cy="1081319"/>
          </a:xfrm>
          <a:prstGeom prst="flowChartDocumen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400" dirty="0">
                <a:solidFill>
                  <a:schemeClr val="bg1"/>
                </a:solidFill>
                <a:latin typeface="Arial" panose="020B0604020202020204" pitchFamily="34" charset="0"/>
                <a:ea typeface="Cambria" panose="02040503050406030204" pitchFamily="18" charset="0"/>
                <a:cs typeface="Arial" panose="020B0604020202020204" pitchFamily="34" charset="0"/>
              </a:rPr>
              <a:t>Pathogen Detection Isolate Browser</a:t>
            </a:r>
          </a:p>
        </p:txBody>
      </p:sp>
      <p:sp>
        <p:nvSpPr>
          <p:cNvPr id="21" name="TextBox 20">
            <a:extLst>
              <a:ext uri="{FF2B5EF4-FFF2-40B4-BE49-F238E27FC236}">
                <a16:creationId xmlns:a16="http://schemas.microsoft.com/office/drawing/2014/main" id="{4B68EE55-79FE-4A83-85EC-7762BE8FCF70}"/>
              </a:ext>
            </a:extLst>
          </p:cNvPr>
          <p:cNvSpPr txBox="1"/>
          <p:nvPr/>
        </p:nvSpPr>
        <p:spPr>
          <a:xfrm>
            <a:off x="9148127" y="849786"/>
            <a:ext cx="2788427" cy="1754326"/>
          </a:xfrm>
          <a:prstGeom prst="rect">
            <a:avLst/>
          </a:prstGeom>
          <a:noFill/>
        </p:spPr>
        <p:txBody>
          <a:bodyPr wrap="square" rtlCol="0">
            <a:spAutoFit/>
          </a:bodyPr>
          <a:lstStyle/>
          <a:p>
            <a:r>
              <a:rPr lang="en-US" dirty="0">
                <a:latin typeface="Arial" panose="020B0604020202020204" pitchFamily="34" charset="0"/>
                <a:ea typeface="Cambria" panose="02040503050406030204" pitchFamily="18" charset="0"/>
                <a:cs typeface="Arial" panose="020B0604020202020204" pitchFamily="34" charset="0"/>
              </a:rPr>
              <a:t>Every row is an assembled isolate, possibly with AMR, virulence, and/or stress response genes and AST data</a:t>
            </a:r>
          </a:p>
        </p:txBody>
      </p:sp>
      <p:sp>
        <p:nvSpPr>
          <p:cNvPr id="22" name="Rectangle 21">
            <a:extLst>
              <a:ext uri="{FF2B5EF4-FFF2-40B4-BE49-F238E27FC236}">
                <a16:creationId xmlns:a16="http://schemas.microsoft.com/office/drawing/2014/main" id="{E7FF999B-79A3-4059-848A-42AE7D2D7237}"/>
              </a:ext>
            </a:extLst>
          </p:cNvPr>
          <p:cNvSpPr/>
          <p:nvPr/>
        </p:nvSpPr>
        <p:spPr>
          <a:xfrm>
            <a:off x="5616044" y="791533"/>
            <a:ext cx="6474542" cy="1933385"/>
          </a:xfrm>
          <a:prstGeom prst="rect">
            <a:avLst/>
          </a:prstGeom>
          <a:noFill/>
          <a:ln w="2222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rial" panose="020B0604020202020204" pitchFamily="34" charset="0"/>
              <a:ea typeface="Cambria" panose="02040503050406030204" pitchFamily="18" charset="0"/>
              <a:cs typeface="Arial" panose="020B0604020202020204" pitchFamily="34" charset="0"/>
            </a:endParaRPr>
          </a:p>
        </p:txBody>
      </p:sp>
      <p:sp>
        <p:nvSpPr>
          <p:cNvPr id="23" name="TextBox 22">
            <a:extLst>
              <a:ext uri="{FF2B5EF4-FFF2-40B4-BE49-F238E27FC236}">
                <a16:creationId xmlns:a16="http://schemas.microsoft.com/office/drawing/2014/main" id="{AB925C9B-BD0C-4CA2-A34F-C0F30DACA933}"/>
              </a:ext>
            </a:extLst>
          </p:cNvPr>
          <p:cNvSpPr txBox="1"/>
          <p:nvPr/>
        </p:nvSpPr>
        <p:spPr>
          <a:xfrm>
            <a:off x="9862157" y="2248649"/>
            <a:ext cx="1757212" cy="369332"/>
          </a:xfrm>
          <a:prstGeom prst="rect">
            <a:avLst/>
          </a:prstGeom>
          <a:noFill/>
        </p:spPr>
        <p:txBody>
          <a:bodyPr wrap="none" rtlCol="0">
            <a:spAutoFit/>
          </a:bodyPr>
          <a:lstStyle/>
          <a:p>
            <a:r>
              <a:rPr lang="en-US" dirty="0">
                <a:latin typeface="Arial" panose="020B0604020202020204" pitchFamily="34" charset="0"/>
                <a:ea typeface="Cambria" panose="02040503050406030204" pitchFamily="18" charset="0"/>
                <a:cs typeface="Arial" panose="020B0604020202020204" pitchFamily="34" charset="0"/>
              </a:rPr>
              <a:t>1, 000,000 X N</a:t>
            </a:r>
          </a:p>
        </p:txBody>
      </p:sp>
      <p:cxnSp>
        <p:nvCxnSpPr>
          <p:cNvPr id="24" name="Straight Arrow Connector 23">
            <a:extLst>
              <a:ext uri="{FF2B5EF4-FFF2-40B4-BE49-F238E27FC236}">
                <a16:creationId xmlns:a16="http://schemas.microsoft.com/office/drawing/2014/main" id="{91BC447B-9DD9-4B5F-9012-75732AF56EE0}"/>
              </a:ext>
            </a:extLst>
          </p:cNvPr>
          <p:cNvCxnSpPr>
            <a:cxnSpLocks/>
          </p:cNvCxnSpPr>
          <p:nvPr/>
        </p:nvCxnSpPr>
        <p:spPr>
          <a:xfrm>
            <a:off x="8514369" y="2818706"/>
            <a:ext cx="0" cy="485092"/>
          </a:xfrm>
          <a:prstGeom prst="straightConnector1">
            <a:avLst/>
          </a:prstGeom>
          <a:ln w="63500">
            <a:solidFill>
              <a:schemeClr val="accent3"/>
            </a:solidFill>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C9819F78-FA27-42D4-9853-6554D96A21E4}"/>
              </a:ext>
            </a:extLst>
          </p:cNvPr>
          <p:cNvCxnSpPr>
            <a:cxnSpLocks/>
          </p:cNvCxnSpPr>
          <p:nvPr/>
        </p:nvCxnSpPr>
        <p:spPr>
          <a:xfrm flipV="1">
            <a:off x="8713473" y="2818706"/>
            <a:ext cx="0" cy="485092"/>
          </a:xfrm>
          <a:prstGeom prst="straightConnector1">
            <a:avLst/>
          </a:prstGeom>
          <a:ln w="63500">
            <a:solidFill>
              <a:schemeClr val="accent3"/>
            </a:solidFill>
            <a:tailEnd type="triangle"/>
          </a:ln>
        </p:spPr>
        <p:style>
          <a:lnRef idx="1">
            <a:schemeClr val="accent1"/>
          </a:lnRef>
          <a:fillRef idx="0">
            <a:schemeClr val="accent1"/>
          </a:fillRef>
          <a:effectRef idx="0">
            <a:schemeClr val="accent1"/>
          </a:effectRef>
          <a:fontRef idx="minor">
            <a:schemeClr val="tx1"/>
          </a:fontRef>
        </p:style>
      </p:cxnSp>
      <p:sp>
        <p:nvSpPr>
          <p:cNvPr id="26" name="TextBox 25">
            <a:extLst>
              <a:ext uri="{FF2B5EF4-FFF2-40B4-BE49-F238E27FC236}">
                <a16:creationId xmlns:a16="http://schemas.microsoft.com/office/drawing/2014/main" id="{CA50C908-8A01-490E-80DC-C5D77FE2FD40}"/>
              </a:ext>
            </a:extLst>
          </p:cNvPr>
          <p:cNvSpPr txBox="1"/>
          <p:nvPr/>
        </p:nvSpPr>
        <p:spPr>
          <a:xfrm>
            <a:off x="10039640" y="2948002"/>
            <a:ext cx="2223686" cy="369332"/>
          </a:xfrm>
          <a:prstGeom prst="rect">
            <a:avLst/>
          </a:prstGeom>
          <a:noFill/>
        </p:spPr>
        <p:txBody>
          <a:bodyPr wrap="none" rtlCol="0">
            <a:spAutoFit/>
          </a:bodyPr>
          <a:lstStyle/>
          <a:p>
            <a:r>
              <a:rPr lang="en-US" dirty="0">
                <a:latin typeface="Arial" panose="020B0604020202020204" pitchFamily="34" charset="0"/>
                <a:cs typeface="Arial" panose="020B0604020202020204" pitchFamily="34" charset="0"/>
              </a:rPr>
              <a:t>Download genomes</a:t>
            </a:r>
          </a:p>
        </p:txBody>
      </p:sp>
      <p:cxnSp>
        <p:nvCxnSpPr>
          <p:cNvPr id="27" name="Straight Arrow Connector 26">
            <a:extLst>
              <a:ext uri="{FF2B5EF4-FFF2-40B4-BE49-F238E27FC236}">
                <a16:creationId xmlns:a16="http://schemas.microsoft.com/office/drawing/2014/main" id="{58A25CC3-BE39-4D06-8974-68BEE728FB18}"/>
              </a:ext>
            </a:extLst>
          </p:cNvPr>
          <p:cNvCxnSpPr>
            <a:cxnSpLocks/>
            <a:stCxn id="5" idx="3"/>
            <a:endCxn id="22" idx="1"/>
          </p:cNvCxnSpPr>
          <p:nvPr/>
        </p:nvCxnSpPr>
        <p:spPr>
          <a:xfrm flipV="1">
            <a:off x="4692029" y="1758226"/>
            <a:ext cx="924015" cy="57628"/>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28" name="Straight Arrow Connector 27">
            <a:extLst>
              <a:ext uri="{FF2B5EF4-FFF2-40B4-BE49-F238E27FC236}">
                <a16:creationId xmlns:a16="http://schemas.microsoft.com/office/drawing/2014/main" id="{D4100AC3-3409-4393-BD56-37BF017B76E8}"/>
              </a:ext>
            </a:extLst>
          </p:cNvPr>
          <p:cNvCxnSpPr>
            <a:stCxn id="5" idx="3"/>
            <a:endCxn id="40" idx="1"/>
          </p:cNvCxnSpPr>
          <p:nvPr/>
        </p:nvCxnSpPr>
        <p:spPr>
          <a:xfrm>
            <a:off x="4692029" y="1815854"/>
            <a:ext cx="924015" cy="2821535"/>
          </a:xfrm>
          <a:prstGeom prst="straightConnector1">
            <a:avLst/>
          </a:prstGeom>
          <a:ln w="381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29" name="Straight Arrow Connector 28">
            <a:extLst>
              <a:ext uri="{FF2B5EF4-FFF2-40B4-BE49-F238E27FC236}">
                <a16:creationId xmlns:a16="http://schemas.microsoft.com/office/drawing/2014/main" id="{B7E501E3-5683-4E42-B929-E60F8F4E0B29}"/>
              </a:ext>
            </a:extLst>
          </p:cNvPr>
          <p:cNvCxnSpPr>
            <a:stCxn id="15" idx="3"/>
            <a:endCxn id="22" idx="1"/>
          </p:cNvCxnSpPr>
          <p:nvPr/>
        </p:nvCxnSpPr>
        <p:spPr>
          <a:xfrm flipV="1">
            <a:off x="4692028" y="1758226"/>
            <a:ext cx="924016" cy="1892732"/>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30" name="Straight Arrow Connector 29">
            <a:extLst>
              <a:ext uri="{FF2B5EF4-FFF2-40B4-BE49-F238E27FC236}">
                <a16:creationId xmlns:a16="http://schemas.microsoft.com/office/drawing/2014/main" id="{F1D1584F-AD31-4F45-B291-4EB6352241AE}"/>
              </a:ext>
            </a:extLst>
          </p:cNvPr>
          <p:cNvCxnSpPr>
            <a:stCxn id="15" idx="3"/>
            <a:endCxn id="40" idx="1"/>
          </p:cNvCxnSpPr>
          <p:nvPr/>
        </p:nvCxnSpPr>
        <p:spPr>
          <a:xfrm>
            <a:off x="4692028" y="3650958"/>
            <a:ext cx="924016" cy="986431"/>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31" name="Straight Arrow Connector 30">
            <a:extLst>
              <a:ext uri="{FF2B5EF4-FFF2-40B4-BE49-F238E27FC236}">
                <a16:creationId xmlns:a16="http://schemas.microsoft.com/office/drawing/2014/main" id="{405C274A-4506-4D2E-BA97-38F48CBD177E}"/>
              </a:ext>
            </a:extLst>
          </p:cNvPr>
          <p:cNvCxnSpPr>
            <a:stCxn id="10" idx="3"/>
            <a:endCxn id="22" idx="1"/>
          </p:cNvCxnSpPr>
          <p:nvPr/>
        </p:nvCxnSpPr>
        <p:spPr>
          <a:xfrm flipV="1">
            <a:off x="4692029" y="1758226"/>
            <a:ext cx="924015" cy="3758124"/>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32" name="Straight Arrow Connector 31">
            <a:extLst>
              <a:ext uri="{FF2B5EF4-FFF2-40B4-BE49-F238E27FC236}">
                <a16:creationId xmlns:a16="http://schemas.microsoft.com/office/drawing/2014/main" id="{C086E105-4059-452C-B68C-352DB1DBFABB}"/>
              </a:ext>
            </a:extLst>
          </p:cNvPr>
          <p:cNvCxnSpPr>
            <a:stCxn id="10" idx="3"/>
            <a:endCxn id="40" idx="1"/>
          </p:cNvCxnSpPr>
          <p:nvPr/>
        </p:nvCxnSpPr>
        <p:spPr>
          <a:xfrm flipV="1">
            <a:off x="4692029" y="4637389"/>
            <a:ext cx="924015" cy="878961"/>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grpSp>
        <p:nvGrpSpPr>
          <p:cNvPr id="33" name="Group 32">
            <a:extLst>
              <a:ext uri="{FF2B5EF4-FFF2-40B4-BE49-F238E27FC236}">
                <a16:creationId xmlns:a16="http://schemas.microsoft.com/office/drawing/2014/main" id="{3F4A2DBA-A5B0-4FF0-A17D-EC3410346793}"/>
              </a:ext>
            </a:extLst>
          </p:cNvPr>
          <p:cNvGrpSpPr/>
          <p:nvPr/>
        </p:nvGrpSpPr>
        <p:grpSpPr>
          <a:xfrm>
            <a:off x="5616044" y="3367190"/>
            <a:ext cx="6622234" cy="3258714"/>
            <a:chOff x="5614700" y="3200285"/>
            <a:chExt cx="6622234" cy="3258714"/>
          </a:xfrm>
        </p:grpSpPr>
        <p:grpSp>
          <p:nvGrpSpPr>
            <p:cNvPr id="34" name="Group 33">
              <a:extLst>
                <a:ext uri="{FF2B5EF4-FFF2-40B4-BE49-F238E27FC236}">
                  <a16:creationId xmlns:a16="http://schemas.microsoft.com/office/drawing/2014/main" id="{BE7E74AA-29C0-4B72-AEE7-2F9F6C7C8723}"/>
                </a:ext>
              </a:extLst>
            </p:cNvPr>
            <p:cNvGrpSpPr/>
            <p:nvPr/>
          </p:nvGrpSpPr>
          <p:grpSpPr>
            <a:xfrm>
              <a:off x="5614700" y="3200285"/>
              <a:ext cx="6622234" cy="2540398"/>
              <a:chOff x="5614700" y="3200285"/>
              <a:chExt cx="6622234" cy="2540398"/>
            </a:xfrm>
          </p:grpSpPr>
          <p:sp>
            <p:nvSpPr>
              <p:cNvPr id="37" name="Document 5">
                <a:extLst>
                  <a:ext uri="{FF2B5EF4-FFF2-40B4-BE49-F238E27FC236}">
                    <a16:creationId xmlns:a16="http://schemas.microsoft.com/office/drawing/2014/main" id="{865DD377-0799-40D7-B2E1-4B7966CF92A3}"/>
                  </a:ext>
                </a:extLst>
              </p:cNvPr>
              <p:cNvSpPr/>
              <p:nvPr/>
            </p:nvSpPr>
            <p:spPr>
              <a:xfrm>
                <a:off x="5795142" y="3327577"/>
                <a:ext cx="3559618" cy="1954840"/>
              </a:xfrm>
              <a:prstGeom prst="flowChartDocumen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400" dirty="0" err="1">
                    <a:solidFill>
                      <a:schemeClr val="bg1"/>
                    </a:solidFill>
                    <a:latin typeface="Arial" panose="020B0604020202020204" pitchFamily="34" charset="0"/>
                    <a:ea typeface="Cambria" panose="02040503050406030204" pitchFamily="18" charset="0"/>
                    <a:cs typeface="Arial" panose="020B0604020202020204" pitchFamily="34" charset="0"/>
                  </a:rPr>
                  <a:t>MicroBIGG</a:t>
                </a:r>
                <a:r>
                  <a:rPr lang="en-US" sz="2400" dirty="0">
                    <a:solidFill>
                      <a:schemeClr val="bg1"/>
                    </a:solidFill>
                    <a:latin typeface="Arial" panose="020B0604020202020204" pitchFamily="34" charset="0"/>
                    <a:ea typeface="Cambria" panose="02040503050406030204" pitchFamily="18" charset="0"/>
                    <a:cs typeface="Arial" panose="020B0604020202020204" pitchFamily="34" charset="0"/>
                  </a:rPr>
                  <a:t>-E (Microbial Browser for Identification of Genetic and Genomic Elements)</a:t>
                </a:r>
              </a:p>
            </p:txBody>
          </p:sp>
          <p:sp>
            <p:nvSpPr>
              <p:cNvPr id="38" name="TextBox 37">
                <a:extLst>
                  <a:ext uri="{FF2B5EF4-FFF2-40B4-BE49-F238E27FC236}">
                    <a16:creationId xmlns:a16="http://schemas.microsoft.com/office/drawing/2014/main" id="{B479ACFD-A9D1-4E53-832E-22F48C91E7D7}"/>
                  </a:ext>
                </a:extLst>
              </p:cNvPr>
              <p:cNvSpPr txBox="1"/>
              <p:nvPr/>
            </p:nvSpPr>
            <p:spPr>
              <a:xfrm>
                <a:off x="9448507" y="3314747"/>
                <a:ext cx="2788427" cy="1754326"/>
              </a:xfrm>
              <a:prstGeom prst="rect">
                <a:avLst/>
              </a:prstGeom>
              <a:noFill/>
            </p:spPr>
            <p:txBody>
              <a:bodyPr wrap="square" rtlCol="0">
                <a:spAutoFit/>
              </a:bodyPr>
              <a:lstStyle/>
              <a:p>
                <a:r>
                  <a:rPr lang="en-US" dirty="0">
                    <a:latin typeface="Arial" panose="020B0604020202020204" pitchFamily="34" charset="0"/>
                    <a:ea typeface="Cambria" panose="02040503050406030204" pitchFamily="18" charset="0"/>
                    <a:cs typeface="Arial" panose="020B0604020202020204" pitchFamily="34" charset="0"/>
                  </a:rPr>
                  <a:t>Every row is an AMR, virulence, and/or stress response genes with method, type, subtype, class, subclass, and supporting evidence</a:t>
                </a:r>
              </a:p>
            </p:txBody>
          </p:sp>
          <p:sp>
            <p:nvSpPr>
              <p:cNvPr id="39" name="TextBox 38">
                <a:extLst>
                  <a:ext uri="{FF2B5EF4-FFF2-40B4-BE49-F238E27FC236}">
                    <a16:creationId xmlns:a16="http://schemas.microsoft.com/office/drawing/2014/main" id="{14431974-E110-4063-809C-B290F7F1D240}"/>
                  </a:ext>
                </a:extLst>
              </p:cNvPr>
              <p:cNvSpPr txBox="1"/>
              <p:nvPr/>
            </p:nvSpPr>
            <p:spPr>
              <a:xfrm>
                <a:off x="9749086" y="5371351"/>
                <a:ext cx="1896673" cy="369332"/>
              </a:xfrm>
              <a:prstGeom prst="rect">
                <a:avLst/>
              </a:prstGeom>
              <a:noFill/>
            </p:spPr>
            <p:txBody>
              <a:bodyPr wrap="none" rtlCol="0">
                <a:spAutoFit/>
              </a:bodyPr>
              <a:lstStyle/>
              <a:p>
                <a:r>
                  <a:rPr lang="en-US">
                    <a:latin typeface="Arial" panose="020B0604020202020204" pitchFamily="34" charset="0"/>
                    <a:ea typeface="Cambria" panose="02040503050406030204" pitchFamily="18" charset="0"/>
                    <a:cs typeface="Arial" panose="020B0604020202020204" pitchFamily="34" charset="0"/>
                  </a:rPr>
                  <a:t>10, 000,000 X N</a:t>
                </a:r>
              </a:p>
            </p:txBody>
          </p:sp>
          <p:sp>
            <p:nvSpPr>
              <p:cNvPr id="40" name="Rectangle 39">
                <a:extLst>
                  <a:ext uri="{FF2B5EF4-FFF2-40B4-BE49-F238E27FC236}">
                    <a16:creationId xmlns:a16="http://schemas.microsoft.com/office/drawing/2014/main" id="{2A15B5DB-94B8-492D-8F41-DA15912C37EF}"/>
                  </a:ext>
                </a:extLst>
              </p:cNvPr>
              <p:cNvSpPr/>
              <p:nvPr/>
            </p:nvSpPr>
            <p:spPr>
              <a:xfrm>
                <a:off x="5614700" y="3200285"/>
                <a:ext cx="6474542" cy="2540398"/>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rial" panose="020B0604020202020204" pitchFamily="34" charset="0"/>
                  <a:ea typeface="Cambria" panose="02040503050406030204" pitchFamily="18" charset="0"/>
                  <a:cs typeface="Arial" panose="020B0604020202020204" pitchFamily="34" charset="0"/>
                </a:endParaRPr>
              </a:p>
            </p:txBody>
          </p:sp>
        </p:grpSp>
        <p:sp>
          <p:nvSpPr>
            <p:cNvPr id="35" name="TextBox 34">
              <a:extLst>
                <a:ext uri="{FF2B5EF4-FFF2-40B4-BE49-F238E27FC236}">
                  <a16:creationId xmlns:a16="http://schemas.microsoft.com/office/drawing/2014/main" id="{021D6686-C30D-4FEC-9EDF-865CF4000B4A}"/>
                </a:ext>
              </a:extLst>
            </p:cNvPr>
            <p:cNvSpPr txBox="1"/>
            <p:nvPr/>
          </p:nvSpPr>
          <p:spPr>
            <a:xfrm>
              <a:off x="6096000" y="6089667"/>
              <a:ext cx="4384534" cy="369332"/>
            </a:xfrm>
            <a:prstGeom prst="rect">
              <a:avLst/>
            </a:prstGeom>
            <a:noFill/>
          </p:spPr>
          <p:txBody>
            <a:bodyPr wrap="none" rtlCol="0">
              <a:spAutoFit/>
            </a:bodyPr>
            <a:lstStyle/>
            <a:p>
              <a:r>
                <a:rPr lang="en-US" dirty="0">
                  <a:latin typeface="Arial" panose="020B0604020202020204" pitchFamily="34" charset="0"/>
                  <a:cs typeface="Arial" panose="020B0604020202020204" pitchFamily="34" charset="0"/>
                </a:rPr>
                <a:t>Download genes, genes + flanks, contigs</a:t>
              </a:r>
            </a:p>
          </p:txBody>
        </p:sp>
        <p:cxnSp>
          <p:nvCxnSpPr>
            <p:cNvPr id="36" name="Straight Arrow Connector 35">
              <a:extLst>
                <a:ext uri="{FF2B5EF4-FFF2-40B4-BE49-F238E27FC236}">
                  <a16:creationId xmlns:a16="http://schemas.microsoft.com/office/drawing/2014/main" id="{47BAAD7C-A902-48CF-BB0E-6B733E260A62}"/>
                </a:ext>
              </a:extLst>
            </p:cNvPr>
            <p:cNvCxnSpPr/>
            <p:nvPr/>
          </p:nvCxnSpPr>
          <p:spPr>
            <a:xfrm>
              <a:off x="8090946" y="5815795"/>
              <a:ext cx="0" cy="355479"/>
            </a:xfrm>
            <a:prstGeom prst="straightConnector1">
              <a:avLst/>
            </a:prstGeom>
            <a:ln w="63500">
              <a:solidFill>
                <a:schemeClr val="accent3"/>
              </a:solidFill>
              <a:tailEnd type="triangle"/>
            </a:ln>
          </p:spPr>
          <p:style>
            <a:lnRef idx="1">
              <a:schemeClr val="accent1"/>
            </a:lnRef>
            <a:fillRef idx="0">
              <a:schemeClr val="accent1"/>
            </a:fillRef>
            <a:effectRef idx="0">
              <a:schemeClr val="accent1"/>
            </a:effectRef>
            <a:fontRef idx="minor">
              <a:schemeClr val="tx1"/>
            </a:fontRef>
          </p:style>
        </p:cxnSp>
      </p:grpSp>
      <p:cxnSp>
        <p:nvCxnSpPr>
          <p:cNvPr id="41" name="Straight Arrow Connector 40">
            <a:extLst>
              <a:ext uri="{FF2B5EF4-FFF2-40B4-BE49-F238E27FC236}">
                <a16:creationId xmlns:a16="http://schemas.microsoft.com/office/drawing/2014/main" id="{B2802E70-CABB-4A6B-A960-A9E1557DAD7B}"/>
              </a:ext>
            </a:extLst>
          </p:cNvPr>
          <p:cNvCxnSpPr>
            <a:cxnSpLocks/>
          </p:cNvCxnSpPr>
          <p:nvPr/>
        </p:nvCxnSpPr>
        <p:spPr>
          <a:xfrm>
            <a:off x="10893608" y="2741529"/>
            <a:ext cx="0" cy="319723"/>
          </a:xfrm>
          <a:prstGeom prst="straightConnector1">
            <a:avLst/>
          </a:prstGeom>
          <a:ln w="63500">
            <a:solidFill>
              <a:schemeClr val="accent3"/>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2045247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8645EC-83CD-016E-F125-93876BE1861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FA34911-8B51-1BAA-6B22-72F76E42AA3D}"/>
              </a:ext>
            </a:extLst>
          </p:cNvPr>
          <p:cNvSpPr txBox="1">
            <a:spLocks/>
          </p:cNvSpPr>
          <p:nvPr/>
        </p:nvSpPr>
        <p:spPr>
          <a:xfrm>
            <a:off x="443595" y="180869"/>
            <a:ext cx="10515600" cy="1325563"/>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Helvetica" charset="0"/>
                <a:ea typeface="Helvetica" charset="0"/>
                <a:cs typeface="Helvetica" charset="0"/>
              </a:defRPr>
            </a:lvl1pPr>
          </a:lstStyle>
          <a:p>
            <a:r>
              <a:rPr lang="en-US">
                <a:latin typeface="Arial" panose="020B0604020202020204" pitchFamily="34" charset="0"/>
                <a:cs typeface="Arial" panose="020B0604020202020204" pitchFamily="34" charset="0"/>
              </a:rPr>
              <a:t>Web browsers</a:t>
            </a:r>
            <a:endParaRPr lang="en-US" dirty="0">
              <a:latin typeface="Arial" panose="020B0604020202020204" pitchFamily="34" charset="0"/>
              <a:cs typeface="Arial" panose="020B0604020202020204" pitchFamily="34" charset="0"/>
            </a:endParaRPr>
          </a:p>
        </p:txBody>
      </p:sp>
      <p:grpSp>
        <p:nvGrpSpPr>
          <p:cNvPr id="3" name="Group 2">
            <a:extLst>
              <a:ext uri="{FF2B5EF4-FFF2-40B4-BE49-F238E27FC236}">
                <a16:creationId xmlns:a16="http://schemas.microsoft.com/office/drawing/2014/main" id="{C5182C5F-01F7-8997-0EDD-A44A917676D8}"/>
              </a:ext>
            </a:extLst>
          </p:cNvPr>
          <p:cNvGrpSpPr/>
          <p:nvPr/>
        </p:nvGrpSpPr>
        <p:grpSpPr>
          <a:xfrm>
            <a:off x="493680" y="1077144"/>
            <a:ext cx="4198349" cy="1505528"/>
            <a:chOff x="275020" y="652292"/>
            <a:chExt cx="4016761" cy="2005193"/>
          </a:xfrm>
        </p:grpSpPr>
        <p:sp>
          <p:nvSpPr>
            <p:cNvPr id="4" name="TextBox 3">
              <a:extLst>
                <a:ext uri="{FF2B5EF4-FFF2-40B4-BE49-F238E27FC236}">
                  <a16:creationId xmlns:a16="http://schemas.microsoft.com/office/drawing/2014/main" id="{24C455DA-4EA0-5EDE-1BBD-6B3821E539E5}"/>
                </a:ext>
              </a:extLst>
            </p:cNvPr>
            <p:cNvSpPr txBox="1"/>
            <p:nvPr/>
          </p:nvSpPr>
          <p:spPr>
            <a:xfrm>
              <a:off x="2807135" y="652292"/>
              <a:ext cx="1484646" cy="1598702"/>
            </a:xfrm>
            <a:prstGeom prst="rect">
              <a:avLst/>
            </a:prstGeom>
            <a:noFill/>
          </p:spPr>
          <p:txBody>
            <a:bodyPr wrap="square" rtlCol="0">
              <a:spAutoFit/>
            </a:bodyPr>
            <a:lstStyle/>
            <a:p>
              <a:r>
                <a:rPr lang="en-US" dirty="0">
                  <a:latin typeface="Arial" panose="020B0604020202020204" pitchFamily="34" charset="0"/>
                  <a:ea typeface="Cambria" panose="02040503050406030204" pitchFamily="18" charset="0"/>
                  <a:cs typeface="Arial" panose="020B0604020202020204" pitchFamily="34" charset="0"/>
                </a:rPr>
                <a:t>Every row is a reference gene or point mutation</a:t>
              </a:r>
            </a:p>
          </p:txBody>
        </p:sp>
        <p:sp>
          <p:nvSpPr>
            <p:cNvPr id="5" name="Rectangle 4">
              <a:extLst>
                <a:ext uri="{FF2B5EF4-FFF2-40B4-BE49-F238E27FC236}">
                  <a16:creationId xmlns:a16="http://schemas.microsoft.com/office/drawing/2014/main" id="{7D70D483-E6A1-959E-4AB0-6A4D0B7FED1E}"/>
                </a:ext>
              </a:extLst>
            </p:cNvPr>
            <p:cNvSpPr/>
            <p:nvPr/>
          </p:nvSpPr>
          <p:spPr>
            <a:xfrm>
              <a:off x="275020" y="653743"/>
              <a:ext cx="4016761" cy="1964853"/>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rial" panose="020B0604020202020204" pitchFamily="34" charset="0"/>
                <a:ea typeface="Cambria" panose="02040503050406030204" pitchFamily="18" charset="0"/>
                <a:cs typeface="Arial" panose="020B0604020202020204" pitchFamily="34" charset="0"/>
              </a:endParaRPr>
            </a:p>
          </p:txBody>
        </p:sp>
        <p:sp>
          <p:nvSpPr>
            <p:cNvPr id="6" name="TextBox 5">
              <a:extLst>
                <a:ext uri="{FF2B5EF4-FFF2-40B4-BE49-F238E27FC236}">
                  <a16:creationId xmlns:a16="http://schemas.microsoft.com/office/drawing/2014/main" id="{7D7A0D9B-F09C-2F65-F713-D2F486AE366D}"/>
                </a:ext>
              </a:extLst>
            </p:cNvPr>
            <p:cNvSpPr txBox="1"/>
            <p:nvPr/>
          </p:nvSpPr>
          <p:spPr>
            <a:xfrm>
              <a:off x="2855054" y="2165577"/>
              <a:ext cx="1268830" cy="491908"/>
            </a:xfrm>
            <a:prstGeom prst="rect">
              <a:avLst/>
            </a:prstGeom>
            <a:noFill/>
          </p:spPr>
          <p:txBody>
            <a:bodyPr wrap="square" rtlCol="0">
              <a:spAutoFit/>
            </a:bodyPr>
            <a:lstStyle/>
            <a:p>
              <a:r>
                <a:rPr lang="en-US" dirty="0">
                  <a:latin typeface="Arial" panose="020B0604020202020204" pitchFamily="34" charset="0"/>
                  <a:ea typeface="Cambria" panose="02040503050406030204" pitchFamily="18" charset="0"/>
                  <a:cs typeface="Arial" panose="020B0604020202020204" pitchFamily="34" charset="0"/>
                </a:rPr>
                <a:t>1,000 X N</a:t>
              </a:r>
            </a:p>
          </p:txBody>
        </p:sp>
        <p:sp>
          <p:nvSpPr>
            <p:cNvPr id="7" name="Document 5">
              <a:extLst>
                <a:ext uri="{FF2B5EF4-FFF2-40B4-BE49-F238E27FC236}">
                  <a16:creationId xmlns:a16="http://schemas.microsoft.com/office/drawing/2014/main" id="{B1E75B61-A15F-BC94-3538-E1D1834DD987}"/>
                </a:ext>
              </a:extLst>
            </p:cNvPr>
            <p:cNvSpPr/>
            <p:nvPr/>
          </p:nvSpPr>
          <p:spPr>
            <a:xfrm>
              <a:off x="362672" y="749127"/>
              <a:ext cx="2444463" cy="1668665"/>
            </a:xfrm>
            <a:prstGeom prst="flowChartDocumen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400" dirty="0">
                  <a:solidFill>
                    <a:schemeClr val="bg1"/>
                  </a:solidFill>
                  <a:latin typeface="Arial" panose="020B0604020202020204" pitchFamily="34" charset="0"/>
                  <a:ea typeface="Cambria" panose="02040503050406030204" pitchFamily="18" charset="0"/>
                  <a:cs typeface="Arial" panose="020B0604020202020204" pitchFamily="34" charset="0"/>
                </a:rPr>
                <a:t>Reference Gene Catalog</a:t>
              </a:r>
            </a:p>
          </p:txBody>
        </p:sp>
      </p:grpSp>
      <p:grpSp>
        <p:nvGrpSpPr>
          <p:cNvPr id="8" name="Group 7">
            <a:extLst>
              <a:ext uri="{FF2B5EF4-FFF2-40B4-BE49-F238E27FC236}">
                <a16:creationId xmlns:a16="http://schemas.microsoft.com/office/drawing/2014/main" id="{1686180A-985E-621D-9BD5-296D1F1C485D}"/>
              </a:ext>
            </a:extLst>
          </p:cNvPr>
          <p:cNvGrpSpPr/>
          <p:nvPr/>
        </p:nvGrpSpPr>
        <p:grpSpPr>
          <a:xfrm>
            <a:off x="493680" y="4777641"/>
            <a:ext cx="4198349" cy="1505528"/>
            <a:chOff x="275020" y="652292"/>
            <a:chExt cx="4016761" cy="2005193"/>
          </a:xfrm>
        </p:grpSpPr>
        <p:sp>
          <p:nvSpPr>
            <p:cNvPr id="9" name="TextBox 8">
              <a:extLst>
                <a:ext uri="{FF2B5EF4-FFF2-40B4-BE49-F238E27FC236}">
                  <a16:creationId xmlns:a16="http://schemas.microsoft.com/office/drawing/2014/main" id="{A8FBA42C-B6F3-07F4-504B-6618DFB2B597}"/>
                </a:ext>
              </a:extLst>
            </p:cNvPr>
            <p:cNvSpPr txBox="1"/>
            <p:nvPr/>
          </p:nvSpPr>
          <p:spPr>
            <a:xfrm>
              <a:off x="2807135" y="652292"/>
              <a:ext cx="1484646" cy="860840"/>
            </a:xfrm>
            <a:prstGeom prst="rect">
              <a:avLst/>
            </a:prstGeom>
            <a:noFill/>
          </p:spPr>
          <p:txBody>
            <a:bodyPr wrap="square" rtlCol="0">
              <a:spAutoFit/>
            </a:bodyPr>
            <a:lstStyle/>
            <a:p>
              <a:r>
                <a:rPr lang="en-US" dirty="0">
                  <a:latin typeface="Arial" panose="020B0604020202020204" pitchFamily="34" charset="0"/>
                  <a:ea typeface="Cambria" panose="02040503050406030204" pitchFamily="18" charset="0"/>
                  <a:cs typeface="Arial" panose="020B0604020202020204" pitchFamily="34" charset="0"/>
                </a:rPr>
                <a:t>Every row is an HMM</a:t>
              </a:r>
            </a:p>
          </p:txBody>
        </p:sp>
        <p:sp>
          <p:nvSpPr>
            <p:cNvPr id="10" name="Rectangle 9">
              <a:extLst>
                <a:ext uri="{FF2B5EF4-FFF2-40B4-BE49-F238E27FC236}">
                  <a16:creationId xmlns:a16="http://schemas.microsoft.com/office/drawing/2014/main" id="{D8CCF2F6-279F-68B7-F570-876F12079228}"/>
                </a:ext>
              </a:extLst>
            </p:cNvPr>
            <p:cNvSpPr/>
            <p:nvPr/>
          </p:nvSpPr>
          <p:spPr>
            <a:xfrm>
              <a:off x="275020" y="653743"/>
              <a:ext cx="4016761" cy="1964853"/>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rial" panose="020B0604020202020204" pitchFamily="34" charset="0"/>
                <a:ea typeface="Cambria" panose="02040503050406030204" pitchFamily="18" charset="0"/>
                <a:cs typeface="Arial" panose="020B0604020202020204" pitchFamily="34" charset="0"/>
              </a:endParaRPr>
            </a:p>
          </p:txBody>
        </p:sp>
        <p:sp>
          <p:nvSpPr>
            <p:cNvPr id="11" name="TextBox 10">
              <a:extLst>
                <a:ext uri="{FF2B5EF4-FFF2-40B4-BE49-F238E27FC236}">
                  <a16:creationId xmlns:a16="http://schemas.microsoft.com/office/drawing/2014/main" id="{C4C297C7-4A3D-995C-ABD5-93DD69D2E148}"/>
                </a:ext>
              </a:extLst>
            </p:cNvPr>
            <p:cNvSpPr txBox="1"/>
            <p:nvPr/>
          </p:nvSpPr>
          <p:spPr>
            <a:xfrm>
              <a:off x="2987034" y="2165577"/>
              <a:ext cx="1136850" cy="491908"/>
            </a:xfrm>
            <a:prstGeom prst="rect">
              <a:avLst/>
            </a:prstGeom>
            <a:noFill/>
          </p:spPr>
          <p:txBody>
            <a:bodyPr wrap="square" rtlCol="0">
              <a:spAutoFit/>
            </a:bodyPr>
            <a:lstStyle/>
            <a:p>
              <a:r>
                <a:rPr lang="en-US" dirty="0">
                  <a:latin typeface="Arial" panose="020B0604020202020204" pitchFamily="34" charset="0"/>
                  <a:ea typeface="Cambria" panose="02040503050406030204" pitchFamily="18" charset="0"/>
                  <a:cs typeface="Arial" panose="020B0604020202020204" pitchFamily="34" charset="0"/>
                </a:rPr>
                <a:t>100 X N</a:t>
              </a:r>
            </a:p>
          </p:txBody>
        </p:sp>
        <p:sp>
          <p:nvSpPr>
            <p:cNvPr id="12" name="Document 5">
              <a:extLst>
                <a:ext uri="{FF2B5EF4-FFF2-40B4-BE49-F238E27FC236}">
                  <a16:creationId xmlns:a16="http://schemas.microsoft.com/office/drawing/2014/main" id="{58BBD735-05F7-7919-C044-C5D519B69B87}"/>
                </a:ext>
              </a:extLst>
            </p:cNvPr>
            <p:cNvSpPr/>
            <p:nvPr/>
          </p:nvSpPr>
          <p:spPr>
            <a:xfrm>
              <a:off x="362672" y="749127"/>
              <a:ext cx="2444463" cy="1668665"/>
            </a:xfrm>
            <a:prstGeom prst="flowChartDocumen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400" dirty="0">
                  <a:solidFill>
                    <a:schemeClr val="bg1"/>
                  </a:solidFill>
                  <a:latin typeface="Arial" panose="020B0604020202020204" pitchFamily="34" charset="0"/>
                  <a:ea typeface="Cambria" panose="02040503050406030204" pitchFamily="18" charset="0"/>
                  <a:cs typeface="Arial" panose="020B0604020202020204" pitchFamily="34" charset="0"/>
                </a:rPr>
                <a:t>Reference HMM Catalog</a:t>
              </a:r>
            </a:p>
          </p:txBody>
        </p:sp>
      </p:grpSp>
      <p:grpSp>
        <p:nvGrpSpPr>
          <p:cNvPr id="13" name="Group 12">
            <a:extLst>
              <a:ext uri="{FF2B5EF4-FFF2-40B4-BE49-F238E27FC236}">
                <a16:creationId xmlns:a16="http://schemas.microsoft.com/office/drawing/2014/main" id="{AAA44FAB-09CE-0EA9-2632-10BC490577FB}"/>
              </a:ext>
            </a:extLst>
          </p:cNvPr>
          <p:cNvGrpSpPr/>
          <p:nvPr/>
        </p:nvGrpSpPr>
        <p:grpSpPr>
          <a:xfrm>
            <a:off x="493679" y="2912249"/>
            <a:ext cx="4198349" cy="1505528"/>
            <a:chOff x="275020" y="652292"/>
            <a:chExt cx="4016761" cy="2005193"/>
          </a:xfrm>
        </p:grpSpPr>
        <p:sp>
          <p:nvSpPr>
            <p:cNvPr id="14" name="TextBox 13">
              <a:extLst>
                <a:ext uri="{FF2B5EF4-FFF2-40B4-BE49-F238E27FC236}">
                  <a16:creationId xmlns:a16="http://schemas.microsoft.com/office/drawing/2014/main" id="{C1AE73A0-98E5-98EA-ADBF-45BB2B3864EC}"/>
                </a:ext>
              </a:extLst>
            </p:cNvPr>
            <p:cNvSpPr txBox="1"/>
            <p:nvPr/>
          </p:nvSpPr>
          <p:spPr>
            <a:xfrm>
              <a:off x="2807135" y="652292"/>
              <a:ext cx="1484646" cy="1229771"/>
            </a:xfrm>
            <a:prstGeom prst="rect">
              <a:avLst/>
            </a:prstGeom>
            <a:noFill/>
          </p:spPr>
          <p:txBody>
            <a:bodyPr wrap="square" rtlCol="0">
              <a:spAutoFit/>
            </a:bodyPr>
            <a:lstStyle/>
            <a:p>
              <a:r>
                <a:rPr lang="en-US" dirty="0">
                  <a:latin typeface="Arial" panose="020B0604020202020204" pitchFamily="34" charset="0"/>
                  <a:ea typeface="Cambria" panose="02040503050406030204" pitchFamily="18" charset="0"/>
                  <a:cs typeface="Arial" panose="020B0604020202020204" pitchFamily="34" charset="0"/>
                </a:rPr>
                <a:t>Every row is a node in our hierarchy</a:t>
              </a:r>
            </a:p>
          </p:txBody>
        </p:sp>
        <p:sp>
          <p:nvSpPr>
            <p:cNvPr id="15" name="Rectangle 14">
              <a:extLst>
                <a:ext uri="{FF2B5EF4-FFF2-40B4-BE49-F238E27FC236}">
                  <a16:creationId xmlns:a16="http://schemas.microsoft.com/office/drawing/2014/main" id="{66A2E3D9-821A-C0A8-296A-A051A9E72787}"/>
                </a:ext>
              </a:extLst>
            </p:cNvPr>
            <p:cNvSpPr/>
            <p:nvPr/>
          </p:nvSpPr>
          <p:spPr>
            <a:xfrm>
              <a:off x="275020" y="653743"/>
              <a:ext cx="4016761" cy="1964853"/>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rial" panose="020B0604020202020204" pitchFamily="34" charset="0"/>
                <a:ea typeface="Cambria" panose="02040503050406030204" pitchFamily="18" charset="0"/>
                <a:cs typeface="Arial" panose="020B0604020202020204" pitchFamily="34" charset="0"/>
              </a:endParaRPr>
            </a:p>
          </p:txBody>
        </p:sp>
        <p:sp>
          <p:nvSpPr>
            <p:cNvPr id="16" name="TextBox 15">
              <a:extLst>
                <a:ext uri="{FF2B5EF4-FFF2-40B4-BE49-F238E27FC236}">
                  <a16:creationId xmlns:a16="http://schemas.microsoft.com/office/drawing/2014/main" id="{020250AD-610A-D067-9B42-50018284DCA2}"/>
                </a:ext>
              </a:extLst>
            </p:cNvPr>
            <p:cNvSpPr txBox="1"/>
            <p:nvPr/>
          </p:nvSpPr>
          <p:spPr>
            <a:xfrm>
              <a:off x="2987034" y="2165577"/>
              <a:ext cx="1136850" cy="491908"/>
            </a:xfrm>
            <a:prstGeom prst="rect">
              <a:avLst/>
            </a:prstGeom>
            <a:noFill/>
          </p:spPr>
          <p:txBody>
            <a:bodyPr wrap="square" rtlCol="0">
              <a:spAutoFit/>
            </a:bodyPr>
            <a:lstStyle/>
            <a:p>
              <a:r>
                <a:rPr lang="en-US" dirty="0">
                  <a:latin typeface="Arial" panose="020B0604020202020204" pitchFamily="34" charset="0"/>
                  <a:ea typeface="Cambria" panose="02040503050406030204" pitchFamily="18" charset="0"/>
                  <a:cs typeface="Arial" panose="020B0604020202020204" pitchFamily="34" charset="0"/>
                </a:rPr>
                <a:t>1000 X N</a:t>
              </a:r>
            </a:p>
          </p:txBody>
        </p:sp>
        <p:sp>
          <p:nvSpPr>
            <p:cNvPr id="17" name="Document 5">
              <a:extLst>
                <a:ext uri="{FF2B5EF4-FFF2-40B4-BE49-F238E27FC236}">
                  <a16:creationId xmlns:a16="http://schemas.microsoft.com/office/drawing/2014/main" id="{165364BB-1EE9-9A77-5CE9-707E7297081A}"/>
                </a:ext>
              </a:extLst>
            </p:cNvPr>
            <p:cNvSpPr/>
            <p:nvPr/>
          </p:nvSpPr>
          <p:spPr>
            <a:xfrm>
              <a:off x="362672" y="749127"/>
              <a:ext cx="2444463" cy="1668665"/>
            </a:xfrm>
            <a:prstGeom prst="flowChartDocumen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400" dirty="0">
                  <a:solidFill>
                    <a:schemeClr val="bg1"/>
                  </a:solidFill>
                  <a:latin typeface="Arial" panose="020B0604020202020204" pitchFamily="34" charset="0"/>
                  <a:ea typeface="Cambria" panose="02040503050406030204" pitchFamily="18" charset="0"/>
                  <a:cs typeface="Arial" panose="020B0604020202020204" pitchFamily="34" charset="0"/>
                </a:rPr>
                <a:t>Reference Gene Hierarchy</a:t>
              </a:r>
            </a:p>
          </p:txBody>
        </p:sp>
      </p:grpSp>
      <p:cxnSp>
        <p:nvCxnSpPr>
          <p:cNvPr id="18" name="Straight Arrow Connector 17">
            <a:extLst>
              <a:ext uri="{FF2B5EF4-FFF2-40B4-BE49-F238E27FC236}">
                <a16:creationId xmlns:a16="http://schemas.microsoft.com/office/drawing/2014/main" id="{87F51D25-5527-B986-707F-23EB11F9047D}"/>
              </a:ext>
            </a:extLst>
          </p:cNvPr>
          <p:cNvCxnSpPr>
            <a:stCxn id="5" idx="2"/>
            <a:endCxn id="15" idx="0"/>
          </p:cNvCxnSpPr>
          <p:nvPr/>
        </p:nvCxnSpPr>
        <p:spPr>
          <a:xfrm flipH="1">
            <a:off x="2592854" y="2553474"/>
            <a:ext cx="1" cy="359864"/>
          </a:xfrm>
          <a:prstGeom prst="straightConnector1">
            <a:avLst/>
          </a:prstGeom>
          <a:ln w="38100">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E4269AF3-9FA8-9929-577D-EC9911FBECE5}"/>
              </a:ext>
            </a:extLst>
          </p:cNvPr>
          <p:cNvCxnSpPr>
            <a:cxnSpLocks/>
            <a:stCxn id="15" idx="2"/>
            <a:endCxn id="10" idx="0"/>
          </p:cNvCxnSpPr>
          <p:nvPr/>
        </p:nvCxnSpPr>
        <p:spPr>
          <a:xfrm>
            <a:off x="2592854" y="4388578"/>
            <a:ext cx="1" cy="390152"/>
          </a:xfrm>
          <a:prstGeom prst="straightConnector1">
            <a:avLst/>
          </a:prstGeom>
          <a:ln w="38100">
            <a:headEnd type="triangle"/>
            <a:tailEnd type="triangle"/>
          </a:ln>
        </p:spPr>
        <p:style>
          <a:lnRef idx="1">
            <a:schemeClr val="accent1"/>
          </a:lnRef>
          <a:fillRef idx="0">
            <a:schemeClr val="accent1"/>
          </a:fillRef>
          <a:effectRef idx="0">
            <a:schemeClr val="accent1"/>
          </a:effectRef>
          <a:fontRef idx="minor">
            <a:schemeClr val="tx1"/>
          </a:fontRef>
        </p:style>
      </p:cxnSp>
      <p:sp>
        <p:nvSpPr>
          <p:cNvPr id="20" name="Document 5">
            <a:extLst>
              <a:ext uri="{FF2B5EF4-FFF2-40B4-BE49-F238E27FC236}">
                <a16:creationId xmlns:a16="http://schemas.microsoft.com/office/drawing/2014/main" id="{EB816858-89E9-8A67-EF5E-FD78C6A74C57}"/>
              </a:ext>
            </a:extLst>
          </p:cNvPr>
          <p:cNvSpPr/>
          <p:nvPr/>
        </p:nvSpPr>
        <p:spPr>
          <a:xfrm>
            <a:off x="5701395" y="888660"/>
            <a:ext cx="3284985" cy="1081319"/>
          </a:xfrm>
          <a:prstGeom prst="flowChartDocumen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400" dirty="0">
                <a:solidFill>
                  <a:schemeClr val="bg1"/>
                </a:solidFill>
                <a:latin typeface="Arial" panose="020B0604020202020204" pitchFamily="34" charset="0"/>
                <a:ea typeface="Cambria" panose="02040503050406030204" pitchFamily="18" charset="0"/>
                <a:cs typeface="Arial" panose="020B0604020202020204" pitchFamily="34" charset="0"/>
              </a:rPr>
              <a:t>Pathogen Detection Isolate Browser</a:t>
            </a:r>
          </a:p>
        </p:txBody>
      </p:sp>
      <p:sp>
        <p:nvSpPr>
          <p:cNvPr id="21" name="TextBox 20">
            <a:extLst>
              <a:ext uri="{FF2B5EF4-FFF2-40B4-BE49-F238E27FC236}">
                <a16:creationId xmlns:a16="http://schemas.microsoft.com/office/drawing/2014/main" id="{CEAB9DAD-92D0-0674-AAF0-1D55FFFE3A8A}"/>
              </a:ext>
            </a:extLst>
          </p:cNvPr>
          <p:cNvSpPr txBox="1"/>
          <p:nvPr/>
        </p:nvSpPr>
        <p:spPr>
          <a:xfrm>
            <a:off x="9148127" y="849786"/>
            <a:ext cx="2788427" cy="1754326"/>
          </a:xfrm>
          <a:prstGeom prst="rect">
            <a:avLst/>
          </a:prstGeom>
          <a:noFill/>
        </p:spPr>
        <p:txBody>
          <a:bodyPr wrap="square" rtlCol="0">
            <a:spAutoFit/>
          </a:bodyPr>
          <a:lstStyle/>
          <a:p>
            <a:r>
              <a:rPr lang="en-US" dirty="0">
                <a:latin typeface="Arial" panose="020B0604020202020204" pitchFamily="34" charset="0"/>
                <a:ea typeface="Cambria" panose="02040503050406030204" pitchFamily="18" charset="0"/>
                <a:cs typeface="Arial" panose="020B0604020202020204" pitchFamily="34" charset="0"/>
              </a:rPr>
              <a:t>Every row is an assembled isolate, possibly with AMR, virulence, and/or stress response genes and AST data</a:t>
            </a:r>
          </a:p>
        </p:txBody>
      </p:sp>
      <p:sp>
        <p:nvSpPr>
          <p:cNvPr id="22" name="Rectangle 21">
            <a:extLst>
              <a:ext uri="{FF2B5EF4-FFF2-40B4-BE49-F238E27FC236}">
                <a16:creationId xmlns:a16="http://schemas.microsoft.com/office/drawing/2014/main" id="{63D6C766-DAAA-C8AB-42AA-E7456C8EF595}"/>
              </a:ext>
            </a:extLst>
          </p:cNvPr>
          <p:cNvSpPr/>
          <p:nvPr/>
        </p:nvSpPr>
        <p:spPr>
          <a:xfrm>
            <a:off x="5616044" y="791533"/>
            <a:ext cx="6474542" cy="1933385"/>
          </a:xfrm>
          <a:prstGeom prst="rect">
            <a:avLst/>
          </a:prstGeom>
          <a:noFill/>
          <a:ln w="635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rial" panose="020B0604020202020204" pitchFamily="34" charset="0"/>
              <a:ea typeface="Cambria" panose="02040503050406030204" pitchFamily="18" charset="0"/>
              <a:cs typeface="Arial" panose="020B0604020202020204" pitchFamily="34" charset="0"/>
            </a:endParaRPr>
          </a:p>
        </p:txBody>
      </p:sp>
      <p:sp>
        <p:nvSpPr>
          <p:cNvPr id="23" name="TextBox 22">
            <a:extLst>
              <a:ext uri="{FF2B5EF4-FFF2-40B4-BE49-F238E27FC236}">
                <a16:creationId xmlns:a16="http://schemas.microsoft.com/office/drawing/2014/main" id="{37D37B85-4CE1-0B28-C49C-6A888C4B1C7A}"/>
              </a:ext>
            </a:extLst>
          </p:cNvPr>
          <p:cNvSpPr txBox="1"/>
          <p:nvPr/>
        </p:nvSpPr>
        <p:spPr>
          <a:xfrm>
            <a:off x="9862157" y="2248649"/>
            <a:ext cx="1757212" cy="369332"/>
          </a:xfrm>
          <a:prstGeom prst="rect">
            <a:avLst/>
          </a:prstGeom>
          <a:noFill/>
        </p:spPr>
        <p:txBody>
          <a:bodyPr wrap="none" rtlCol="0">
            <a:spAutoFit/>
          </a:bodyPr>
          <a:lstStyle/>
          <a:p>
            <a:r>
              <a:rPr lang="en-US" dirty="0">
                <a:latin typeface="Arial" panose="020B0604020202020204" pitchFamily="34" charset="0"/>
                <a:ea typeface="Cambria" panose="02040503050406030204" pitchFamily="18" charset="0"/>
                <a:cs typeface="Arial" panose="020B0604020202020204" pitchFamily="34" charset="0"/>
              </a:rPr>
              <a:t>1, 000,000 X N</a:t>
            </a:r>
          </a:p>
        </p:txBody>
      </p:sp>
      <p:cxnSp>
        <p:nvCxnSpPr>
          <p:cNvPr id="24" name="Straight Arrow Connector 23">
            <a:extLst>
              <a:ext uri="{FF2B5EF4-FFF2-40B4-BE49-F238E27FC236}">
                <a16:creationId xmlns:a16="http://schemas.microsoft.com/office/drawing/2014/main" id="{9FA43689-6108-0F1E-BFD7-EEDBA13505DC}"/>
              </a:ext>
            </a:extLst>
          </p:cNvPr>
          <p:cNvCxnSpPr>
            <a:cxnSpLocks/>
          </p:cNvCxnSpPr>
          <p:nvPr/>
        </p:nvCxnSpPr>
        <p:spPr>
          <a:xfrm>
            <a:off x="8514369" y="2818706"/>
            <a:ext cx="0" cy="485092"/>
          </a:xfrm>
          <a:prstGeom prst="straightConnector1">
            <a:avLst/>
          </a:prstGeom>
          <a:ln w="63500">
            <a:solidFill>
              <a:schemeClr val="accent3"/>
            </a:solidFill>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26189D21-C6E2-0E29-3D33-0B89054D544B}"/>
              </a:ext>
            </a:extLst>
          </p:cNvPr>
          <p:cNvCxnSpPr>
            <a:cxnSpLocks/>
          </p:cNvCxnSpPr>
          <p:nvPr/>
        </p:nvCxnSpPr>
        <p:spPr>
          <a:xfrm flipV="1">
            <a:off x="8713473" y="2818706"/>
            <a:ext cx="0" cy="485092"/>
          </a:xfrm>
          <a:prstGeom prst="straightConnector1">
            <a:avLst/>
          </a:prstGeom>
          <a:ln w="63500">
            <a:solidFill>
              <a:schemeClr val="accent3"/>
            </a:solidFill>
            <a:tailEnd type="triangle"/>
          </a:ln>
        </p:spPr>
        <p:style>
          <a:lnRef idx="1">
            <a:schemeClr val="accent1"/>
          </a:lnRef>
          <a:fillRef idx="0">
            <a:schemeClr val="accent1"/>
          </a:fillRef>
          <a:effectRef idx="0">
            <a:schemeClr val="accent1"/>
          </a:effectRef>
          <a:fontRef idx="minor">
            <a:schemeClr val="tx1"/>
          </a:fontRef>
        </p:style>
      </p:cxnSp>
      <p:sp>
        <p:nvSpPr>
          <p:cNvPr id="26" name="TextBox 25">
            <a:extLst>
              <a:ext uri="{FF2B5EF4-FFF2-40B4-BE49-F238E27FC236}">
                <a16:creationId xmlns:a16="http://schemas.microsoft.com/office/drawing/2014/main" id="{9076DFA0-D35F-1161-178E-4BC88A2313CB}"/>
              </a:ext>
            </a:extLst>
          </p:cNvPr>
          <p:cNvSpPr txBox="1"/>
          <p:nvPr/>
        </p:nvSpPr>
        <p:spPr>
          <a:xfrm>
            <a:off x="10039640" y="2948002"/>
            <a:ext cx="2223686" cy="369332"/>
          </a:xfrm>
          <a:prstGeom prst="rect">
            <a:avLst/>
          </a:prstGeom>
          <a:noFill/>
        </p:spPr>
        <p:txBody>
          <a:bodyPr wrap="none" rtlCol="0">
            <a:spAutoFit/>
          </a:bodyPr>
          <a:lstStyle/>
          <a:p>
            <a:r>
              <a:rPr lang="en-US" dirty="0">
                <a:latin typeface="Arial" panose="020B0604020202020204" pitchFamily="34" charset="0"/>
                <a:cs typeface="Arial" panose="020B0604020202020204" pitchFamily="34" charset="0"/>
              </a:rPr>
              <a:t>Download genomes</a:t>
            </a:r>
          </a:p>
        </p:txBody>
      </p:sp>
      <p:cxnSp>
        <p:nvCxnSpPr>
          <p:cNvPr id="27" name="Straight Arrow Connector 26">
            <a:extLst>
              <a:ext uri="{FF2B5EF4-FFF2-40B4-BE49-F238E27FC236}">
                <a16:creationId xmlns:a16="http://schemas.microsoft.com/office/drawing/2014/main" id="{BFBE9AD7-6569-4A32-B5A3-BEFD2056261A}"/>
              </a:ext>
            </a:extLst>
          </p:cNvPr>
          <p:cNvCxnSpPr>
            <a:cxnSpLocks/>
            <a:stCxn id="5" idx="3"/>
            <a:endCxn id="22" idx="1"/>
          </p:cNvCxnSpPr>
          <p:nvPr/>
        </p:nvCxnSpPr>
        <p:spPr>
          <a:xfrm flipV="1">
            <a:off x="4692029" y="1758226"/>
            <a:ext cx="924015" cy="57628"/>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28" name="Straight Arrow Connector 27">
            <a:extLst>
              <a:ext uri="{FF2B5EF4-FFF2-40B4-BE49-F238E27FC236}">
                <a16:creationId xmlns:a16="http://schemas.microsoft.com/office/drawing/2014/main" id="{ADBAC553-FC26-0E36-1EC4-249A97786A71}"/>
              </a:ext>
            </a:extLst>
          </p:cNvPr>
          <p:cNvCxnSpPr>
            <a:stCxn id="5" idx="3"/>
            <a:endCxn id="40" idx="1"/>
          </p:cNvCxnSpPr>
          <p:nvPr/>
        </p:nvCxnSpPr>
        <p:spPr>
          <a:xfrm>
            <a:off x="4692029" y="1815854"/>
            <a:ext cx="924015" cy="2821535"/>
          </a:xfrm>
          <a:prstGeom prst="straightConnector1">
            <a:avLst/>
          </a:prstGeom>
          <a:ln w="381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29" name="Straight Arrow Connector 28">
            <a:extLst>
              <a:ext uri="{FF2B5EF4-FFF2-40B4-BE49-F238E27FC236}">
                <a16:creationId xmlns:a16="http://schemas.microsoft.com/office/drawing/2014/main" id="{6118A91B-5CE1-0FB4-9F17-509DE150BF2E}"/>
              </a:ext>
            </a:extLst>
          </p:cNvPr>
          <p:cNvCxnSpPr>
            <a:cxnSpLocks/>
            <a:stCxn id="15" idx="3"/>
            <a:endCxn id="22" idx="1"/>
          </p:cNvCxnSpPr>
          <p:nvPr/>
        </p:nvCxnSpPr>
        <p:spPr>
          <a:xfrm flipV="1">
            <a:off x="4692028" y="1758226"/>
            <a:ext cx="924016" cy="1892732"/>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30" name="Straight Arrow Connector 29">
            <a:extLst>
              <a:ext uri="{FF2B5EF4-FFF2-40B4-BE49-F238E27FC236}">
                <a16:creationId xmlns:a16="http://schemas.microsoft.com/office/drawing/2014/main" id="{E12B2D6D-A01E-53A1-9845-3245AD34D179}"/>
              </a:ext>
            </a:extLst>
          </p:cNvPr>
          <p:cNvCxnSpPr>
            <a:stCxn id="15" idx="3"/>
            <a:endCxn id="40" idx="1"/>
          </p:cNvCxnSpPr>
          <p:nvPr/>
        </p:nvCxnSpPr>
        <p:spPr>
          <a:xfrm>
            <a:off x="4692028" y="3650958"/>
            <a:ext cx="924016" cy="986431"/>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31" name="Straight Arrow Connector 30">
            <a:extLst>
              <a:ext uri="{FF2B5EF4-FFF2-40B4-BE49-F238E27FC236}">
                <a16:creationId xmlns:a16="http://schemas.microsoft.com/office/drawing/2014/main" id="{E2B1F0A5-71B8-D49F-2EDB-3FEE65AD9172}"/>
              </a:ext>
            </a:extLst>
          </p:cNvPr>
          <p:cNvCxnSpPr>
            <a:cxnSpLocks/>
            <a:stCxn id="10" idx="3"/>
            <a:endCxn id="22" idx="1"/>
          </p:cNvCxnSpPr>
          <p:nvPr/>
        </p:nvCxnSpPr>
        <p:spPr>
          <a:xfrm flipV="1">
            <a:off x="4692029" y="1758226"/>
            <a:ext cx="924015" cy="3758124"/>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32" name="Straight Arrow Connector 31">
            <a:extLst>
              <a:ext uri="{FF2B5EF4-FFF2-40B4-BE49-F238E27FC236}">
                <a16:creationId xmlns:a16="http://schemas.microsoft.com/office/drawing/2014/main" id="{2AA9D296-73DC-22F7-C10F-048FD97DE39F}"/>
              </a:ext>
            </a:extLst>
          </p:cNvPr>
          <p:cNvCxnSpPr>
            <a:stCxn id="10" idx="3"/>
            <a:endCxn id="40" idx="1"/>
          </p:cNvCxnSpPr>
          <p:nvPr/>
        </p:nvCxnSpPr>
        <p:spPr>
          <a:xfrm flipV="1">
            <a:off x="4692029" y="4637389"/>
            <a:ext cx="924015" cy="878961"/>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grpSp>
        <p:nvGrpSpPr>
          <p:cNvPr id="33" name="Group 32">
            <a:extLst>
              <a:ext uri="{FF2B5EF4-FFF2-40B4-BE49-F238E27FC236}">
                <a16:creationId xmlns:a16="http://schemas.microsoft.com/office/drawing/2014/main" id="{FD56175F-6CAD-0305-C41C-1D4A9C9C4F9D}"/>
              </a:ext>
            </a:extLst>
          </p:cNvPr>
          <p:cNvGrpSpPr/>
          <p:nvPr/>
        </p:nvGrpSpPr>
        <p:grpSpPr>
          <a:xfrm>
            <a:off x="5616044" y="3367190"/>
            <a:ext cx="6622234" cy="3258714"/>
            <a:chOff x="5614700" y="3200285"/>
            <a:chExt cx="6622234" cy="3258714"/>
          </a:xfrm>
        </p:grpSpPr>
        <p:grpSp>
          <p:nvGrpSpPr>
            <p:cNvPr id="34" name="Group 33">
              <a:extLst>
                <a:ext uri="{FF2B5EF4-FFF2-40B4-BE49-F238E27FC236}">
                  <a16:creationId xmlns:a16="http://schemas.microsoft.com/office/drawing/2014/main" id="{4F92BDD5-AB12-5053-96F6-E066B9B293BF}"/>
                </a:ext>
              </a:extLst>
            </p:cNvPr>
            <p:cNvGrpSpPr/>
            <p:nvPr/>
          </p:nvGrpSpPr>
          <p:grpSpPr>
            <a:xfrm>
              <a:off x="5614700" y="3200285"/>
              <a:ext cx="6622234" cy="2540398"/>
              <a:chOff x="5614700" y="3200285"/>
              <a:chExt cx="6622234" cy="2540398"/>
            </a:xfrm>
          </p:grpSpPr>
          <p:sp>
            <p:nvSpPr>
              <p:cNvPr id="37" name="Document 5">
                <a:extLst>
                  <a:ext uri="{FF2B5EF4-FFF2-40B4-BE49-F238E27FC236}">
                    <a16:creationId xmlns:a16="http://schemas.microsoft.com/office/drawing/2014/main" id="{2F4006E8-E0F7-A5E7-75D1-A6B7F4ED57AB}"/>
                  </a:ext>
                </a:extLst>
              </p:cNvPr>
              <p:cNvSpPr/>
              <p:nvPr/>
            </p:nvSpPr>
            <p:spPr>
              <a:xfrm>
                <a:off x="5795142" y="3327577"/>
                <a:ext cx="3559618" cy="1954840"/>
              </a:xfrm>
              <a:prstGeom prst="flowChartDocumen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400" dirty="0" err="1">
                    <a:solidFill>
                      <a:schemeClr val="bg1"/>
                    </a:solidFill>
                    <a:latin typeface="Arial" panose="020B0604020202020204" pitchFamily="34" charset="0"/>
                    <a:ea typeface="Cambria" panose="02040503050406030204" pitchFamily="18" charset="0"/>
                    <a:cs typeface="Arial" panose="020B0604020202020204" pitchFamily="34" charset="0"/>
                  </a:rPr>
                  <a:t>MicroBIGG</a:t>
                </a:r>
                <a:r>
                  <a:rPr lang="en-US" sz="2400" dirty="0">
                    <a:solidFill>
                      <a:schemeClr val="bg1"/>
                    </a:solidFill>
                    <a:latin typeface="Arial" panose="020B0604020202020204" pitchFamily="34" charset="0"/>
                    <a:ea typeface="Cambria" panose="02040503050406030204" pitchFamily="18" charset="0"/>
                    <a:cs typeface="Arial" panose="020B0604020202020204" pitchFamily="34" charset="0"/>
                  </a:rPr>
                  <a:t>-E (Microbial Browser for Identification of Genetic and Genomic Elements)</a:t>
                </a:r>
              </a:p>
            </p:txBody>
          </p:sp>
          <p:sp>
            <p:nvSpPr>
              <p:cNvPr id="38" name="TextBox 37">
                <a:extLst>
                  <a:ext uri="{FF2B5EF4-FFF2-40B4-BE49-F238E27FC236}">
                    <a16:creationId xmlns:a16="http://schemas.microsoft.com/office/drawing/2014/main" id="{36EA5C50-8E61-BE3C-9D98-461FED61C319}"/>
                  </a:ext>
                </a:extLst>
              </p:cNvPr>
              <p:cNvSpPr txBox="1"/>
              <p:nvPr/>
            </p:nvSpPr>
            <p:spPr>
              <a:xfrm>
                <a:off x="9448507" y="3314747"/>
                <a:ext cx="2788427" cy="1754326"/>
              </a:xfrm>
              <a:prstGeom prst="rect">
                <a:avLst/>
              </a:prstGeom>
              <a:noFill/>
            </p:spPr>
            <p:txBody>
              <a:bodyPr wrap="square" rtlCol="0">
                <a:spAutoFit/>
              </a:bodyPr>
              <a:lstStyle/>
              <a:p>
                <a:r>
                  <a:rPr lang="en-US" dirty="0">
                    <a:latin typeface="Arial" panose="020B0604020202020204" pitchFamily="34" charset="0"/>
                    <a:ea typeface="Cambria" panose="02040503050406030204" pitchFamily="18" charset="0"/>
                    <a:cs typeface="Arial" panose="020B0604020202020204" pitchFamily="34" charset="0"/>
                  </a:rPr>
                  <a:t>Every row is an AMR, virulence, and/or stress response genes with method, type, subtype, class, subclass, and supporting evidence</a:t>
                </a:r>
              </a:p>
            </p:txBody>
          </p:sp>
          <p:sp>
            <p:nvSpPr>
              <p:cNvPr id="39" name="TextBox 38">
                <a:extLst>
                  <a:ext uri="{FF2B5EF4-FFF2-40B4-BE49-F238E27FC236}">
                    <a16:creationId xmlns:a16="http://schemas.microsoft.com/office/drawing/2014/main" id="{0E82E6C0-8DC9-BC93-424B-34813D9F3AFA}"/>
                  </a:ext>
                </a:extLst>
              </p:cNvPr>
              <p:cNvSpPr txBox="1"/>
              <p:nvPr/>
            </p:nvSpPr>
            <p:spPr>
              <a:xfrm>
                <a:off x="9749086" y="5371351"/>
                <a:ext cx="1896673" cy="369332"/>
              </a:xfrm>
              <a:prstGeom prst="rect">
                <a:avLst/>
              </a:prstGeom>
              <a:noFill/>
            </p:spPr>
            <p:txBody>
              <a:bodyPr wrap="none" rtlCol="0">
                <a:spAutoFit/>
              </a:bodyPr>
              <a:lstStyle/>
              <a:p>
                <a:r>
                  <a:rPr lang="en-US">
                    <a:latin typeface="Arial" panose="020B0604020202020204" pitchFamily="34" charset="0"/>
                    <a:ea typeface="Cambria" panose="02040503050406030204" pitchFamily="18" charset="0"/>
                    <a:cs typeface="Arial" panose="020B0604020202020204" pitchFamily="34" charset="0"/>
                  </a:rPr>
                  <a:t>10, 000,000 X N</a:t>
                </a:r>
              </a:p>
            </p:txBody>
          </p:sp>
          <p:sp>
            <p:nvSpPr>
              <p:cNvPr id="40" name="Rectangle 39">
                <a:extLst>
                  <a:ext uri="{FF2B5EF4-FFF2-40B4-BE49-F238E27FC236}">
                    <a16:creationId xmlns:a16="http://schemas.microsoft.com/office/drawing/2014/main" id="{59F6E64E-C22B-9B6C-BDCA-CDB63545040F}"/>
                  </a:ext>
                </a:extLst>
              </p:cNvPr>
              <p:cNvSpPr/>
              <p:nvPr/>
            </p:nvSpPr>
            <p:spPr>
              <a:xfrm>
                <a:off x="5614700" y="3200285"/>
                <a:ext cx="6474542" cy="2540398"/>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rial" panose="020B0604020202020204" pitchFamily="34" charset="0"/>
                  <a:ea typeface="Cambria" panose="02040503050406030204" pitchFamily="18" charset="0"/>
                  <a:cs typeface="Arial" panose="020B0604020202020204" pitchFamily="34" charset="0"/>
                </a:endParaRPr>
              </a:p>
            </p:txBody>
          </p:sp>
        </p:grpSp>
        <p:sp>
          <p:nvSpPr>
            <p:cNvPr id="35" name="TextBox 34">
              <a:extLst>
                <a:ext uri="{FF2B5EF4-FFF2-40B4-BE49-F238E27FC236}">
                  <a16:creationId xmlns:a16="http://schemas.microsoft.com/office/drawing/2014/main" id="{3D9AB937-0392-91EB-117C-0737C74E7754}"/>
                </a:ext>
              </a:extLst>
            </p:cNvPr>
            <p:cNvSpPr txBox="1"/>
            <p:nvPr/>
          </p:nvSpPr>
          <p:spPr>
            <a:xfrm>
              <a:off x="6096000" y="6089667"/>
              <a:ext cx="4384534" cy="369332"/>
            </a:xfrm>
            <a:prstGeom prst="rect">
              <a:avLst/>
            </a:prstGeom>
            <a:noFill/>
          </p:spPr>
          <p:txBody>
            <a:bodyPr wrap="none" rtlCol="0">
              <a:spAutoFit/>
            </a:bodyPr>
            <a:lstStyle/>
            <a:p>
              <a:r>
                <a:rPr lang="en-US" dirty="0">
                  <a:latin typeface="Arial" panose="020B0604020202020204" pitchFamily="34" charset="0"/>
                  <a:cs typeface="Arial" panose="020B0604020202020204" pitchFamily="34" charset="0"/>
                </a:rPr>
                <a:t>Download genes, genes + flanks, contigs</a:t>
              </a:r>
            </a:p>
          </p:txBody>
        </p:sp>
        <p:cxnSp>
          <p:nvCxnSpPr>
            <p:cNvPr id="36" name="Straight Arrow Connector 35">
              <a:extLst>
                <a:ext uri="{FF2B5EF4-FFF2-40B4-BE49-F238E27FC236}">
                  <a16:creationId xmlns:a16="http://schemas.microsoft.com/office/drawing/2014/main" id="{86BE69C7-4F33-CD76-21FB-E29CF149C8D4}"/>
                </a:ext>
              </a:extLst>
            </p:cNvPr>
            <p:cNvCxnSpPr/>
            <p:nvPr/>
          </p:nvCxnSpPr>
          <p:spPr>
            <a:xfrm>
              <a:off x="8090946" y="5815795"/>
              <a:ext cx="0" cy="355479"/>
            </a:xfrm>
            <a:prstGeom prst="straightConnector1">
              <a:avLst/>
            </a:prstGeom>
            <a:ln w="63500">
              <a:solidFill>
                <a:schemeClr val="accent3"/>
              </a:solidFill>
              <a:tailEnd type="triangle"/>
            </a:ln>
          </p:spPr>
          <p:style>
            <a:lnRef idx="1">
              <a:schemeClr val="accent1"/>
            </a:lnRef>
            <a:fillRef idx="0">
              <a:schemeClr val="accent1"/>
            </a:fillRef>
            <a:effectRef idx="0">
              <a:schemeClr val="accent1"/>
            </a:effectRef>
            <a:fontRef idx="minor">
              <a:schemeClr val="tx1"/>
            </a:fontRef>
          </p:style>
        </p:cxnSp>
      </p:grpSp>
      <p:cxnSp>
        <p:nvCxnSpPr>
          <p:cNvPr id="41" name="Straight Arrow Connector 40">
            <a:extLst>
              <a:ext uri="{FF2B5EF4-FFF2-40B4-BE49-F238E27FC236}">
                <a16:creationId xmlns:a16="http://schemas.microsoft.com/office/drawing/2014/main" id="{29B2268F-9846-A022-D1F7-1870D2133EA2}"/>
              </a:ext>
            </a:extLst>
          </p:cNvPr>
          <p:cNvCxnSpPr>
            <a:cxnSpLocks/>
          </p:cNvCxnSpPr>
          <p:nvPr/>
        </p:nvCxnSpPr>
        <p:spPr>
          <a:xfrm>
            <a:off x="10893608" y="2741529"/>
            <a:ext cx="0" cy="319723"/>
          </a:xfrm>
          <a:prstGeom prst="straightConnector1">
            <a:avLst/>
          </a:prstGeom>
          <a:ln w="63500">
            <a:solidFill>
              <a:schemeClr val="accent3"/>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39671417"/>
      </p:ext>
    </p:extLst>
  </p:cSld>
  <p:clrMapOvr>
    <a:masterClrMapping/>
  </p:clrMapOvr>
</p:sld>
</file>

<file path=ppt/theme/theme1.xml><?xml version="1.0" encoding="utf-8"?>
<a:theme xmlns:a="http://schemas.openxmlformats.org/drawingml/2006/main" name="Office Theme">
  <a:themeElements>
    <a:clrScheme name="NCBI Colors 1">
      <a:dk1>
        <a:srgbClr val="000000"/>
      </a:dk1>
      <a:lt1>
        <a:srgbClr val="FFFFFF"/>
      </a:lt1>
      <a:dk2>
        <a:srgbClr val="44546A"/>
      </a:dk2>
      <a:lt2>
        <a:srgbClr val="E7E6E6"/>
      </a:lt2>
      <a:accent1>
        <a:srgbClr val="0071BC"/>
      </a:accent1>
      <a:accent2>
        <a:srgbClr val="AEB0B5"/>
      </a:accent2>
      <a:accent3>
        <a:srgbClr val="00A6D2"/>
      </a:accent3>
      <a:accent4>
        <a:srgbClr val="981B1E"/>
      </a:accent4>
      <a:accent5>
        <a:srgbClr val="002455"/>
      </a:accent5>
      <a:accent6>
        <a:srgbClr val="2E8540"/>
      </a:accent6>
      <a:hlink>
        <a:srgbClr val="0563C1"/>
      </a:hlink>
      <a:folHlink>
        <a:srgbClr val="954F72"/>
      </a:folHlink>
    </a:clrScheme>
    <a:fontScheme name="NCBI Helvetica Font">
      <a:majorFont>
        <a:latin typeface="Helvetica"/>
        <a:ea typeface=""/>
        <a:cs typeface=""/>
      </a:majorFont>
      <a:minorFont>
        <a:latin typeface="Helvetica"/>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ncbi_presentation_light_2018-final3" id="{98D4A0B7-E0BF-164B-A57A-F4BCD23BECE7}" vid="{3CA3D7C7-A90F-314B-994C-EF26FE2F6ED8}"/>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41BBD5C7FAC17C4F9F62ED65478D417A" ma:contentTypeVersion="14" ma:contentTypeDescription="Create a new document." ma:contentTypeScope="" ma:versionID="579183c95807dbe9ca39dd31f7dee8a0">
  <xsd:schema xmlns:xsd="http://www.w3.org/2001/XMLSchema" xmlns:xs="http://www.w3.org/2001/XMLSchema" xmlns:p="http://schemas.microsoft.com/office/2006/metadata/properties" xmlns:ns1="http://schemas.microsoft.com/sharepoint/v3" xmlns:ns2="4f470479-beb7-4b11-a5df-a20cf6d784b6" xmlns:ns3="4c72124a-75fe-4ae6-88c5-ab2a950d04a8" targetNamespace="http://schemas.microsoft.com/office/2006/metadata/properties" ma:root="true" ma:fieldsID="8961dd310327d6cc48411fc2661a2ede" ns1:_="" ns2:_="" ns3:_="">
    <xsd:import namespace="http://schemas.microsoft.com/sharepoint/v3"/>
    <xsd:import namespace="4f470479-beb7-4b11-a5df-a20cf6d784b6"/>
    <xsd:import namespace="4c72124a-75fe-4ae6-88c5-ab2a950d04a8"/>
    <xsd:element name="properties">
      <xsd:complexType>
        <xsd:sequence>
          <xsd:element name="documentManagement">
            <xsd:complexType>
              <xsd:all>
                <xsd:element ref="ns2:MediaServiceEventHashCode" minOccurs="0"/>
                <xsd:element ref="ns2:MediaServiceGenerationTime" minOccurs="0"/>
                <xsd:element ref="ns2:MediaServiceLocation" minOccurs="0"/>
                <xsd:element ref="ns2:MediaServiceAutoKeyPoints" minOccurs="0"/>
                <xsd:element ref="ns2:MediaServiceKeyPoints" minOccurs="0"/>
                <xsd:element ref="ns2:Person" minOccurs="0"/>
                <xsd:element ref="ns1:_ip_UnifiedCompliancePolicyProperties" minOccurs="0"/>
                <xsd:element ref="ns1:_ip_UnifiedCompliancePolicyUIAction" minOccurs="0"/>
                <xsd:element ref="ns2:MediaLengthInSeconds" minOccurs="0"/>
                <xsd:element ref="ns2:lcf76f155ced4ddcb4097134ff3c332f" minOccurs="0"/>
                <xsd:element ref="ns3:TaxCatchAll" minOccurs="0"/>
                <xsd:element ref="ns2:MediaServiceSearchPropertie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14" nillable="true" ma:displayName="Unified Compliance Policy Properties" ma:hidden="true" ma:internalName="_ip_UnifiedCompliancePolicyProperties">
      <xsd:simpleType>
        <xsd:restriction base="dms:Note"/>
      </xsd:simpleType>
    </xsd:element>
    <xsd:element name="_ip_UnifiedCompliancePolicyUIAction" ma:index="15"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4f470479-beb7-4b11-a5df-a20cf6d784b6" elementFormDefault="qualified">
    <xsd:import namespace="http://schemas.microsoft.com/office/2006/documentManagement/types"/>
    <xsd:import namespace="http://schemas.microsoft.com/office/infopath/2007/PartnerControls"/>
    <xsd:element name="MediaServiceEventHashCode" ma:index="8" nillable="true" ma:displayName="MediaServiceEventHashCode" ma:hidden="true" ma:internalName="MediaServiceEventHashCode" ma:readOnly="true">
      <xsd:simpleType>
        <xsd:restriction base="dms:Text"/>
      </xsd:simpleType>
    </xsd:element>
    <xsd:element name="MediaServiceGenerationTime" ma:index="9" nillable="true" ma:displayName="MediaServiceGenerationTime" ma:hidden="true" ma:internalName="MediaServiceGenerationTime" ma:readOnly="true">
      <xsd:simpleType>
        <xsd:restriction base="dms:Text"/>
      </xsd:simpleType>
    </xsd:element>
    <xsd:element name="MediaServiceLocation" ma:index="10" nillable="true" ma:displayName="Location" ma:internalName="MediaServiceLocation" ma:readOnly="true">
      <xsd:simpleType>
        <xsd:restriction base="dms:Text"/>
      </xsd:simpleType>
    </xsd:element>
    <xsd:element name="MediaServiceAutoKeyPoints" ma:index="11" nillable="true" ma:displayName="MediaServiceAutoKeyPoints" ma:hidden="true" ma:internalName="MediaServiceAutoKeyPoints" ma:readOnly="true">
      <xsd:simpleType>
        <xsd:restriction base="dms:Note"/>
      </xsd:simpleType>
    </xsd:element>
    <xsd:element name="MediaServiceKeyPoints" ma:index="12" nillable="true" ma:displayName="KeyPoints" ma:internalName="MediaServiceKeyPoints" ma:readOnly="true">
      <xsd:simpleType>
        <xsd:restriction base="dms:Note">
          <xsd:maxLength value="255"/>
        </xsd:restriction>
      </xsd:simpleType>
    </xsd:element>
    <xsd:element name="Person" ma:index="13" nillable="true" ma:displayName="Person" ma:format="Dropdown" ma:list="UserInfo" ma:SharePointGroup="0" ma:internalName="Person">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MediaLengthInSeconds" ma:index="16" nillable="true" ma:displayName="Length (seconds)" ma:internalName="MediaLengthInSeconds" ma:readOnly="true">
      <xsd:simpleType>
        <xsd:restriction base="dms:Unknown"/>
      </xsd:simpleType>
    </xsd:element>
    <xsd:element name="lcf76f155ced4ddcb4097134ff3c332f" ma:index="18" nillable="true" ma:taxonomy="true" ma:internalName="lcf76f155ced4ddcb4097134ff3c332f" ma:taxonomyFieldName="MediaServiceImageTags" ma:displayName="Image Tags" ma:readOnly="false" ma:fieldId="{5cf76f15-5ced-4ddc-b409-7134ff3c332f}" ma:taxonomyMulti="true" ma:sspId="85076318-fc83-4098-b869-becb80c8aa91" ma:termSetId="09814cd3-568e-fe90-9814-8d621ff8fb84" ma:anchorId="fba54fb3-c3e1-fe81-a776-ca4b69148c4d" ma:open="true" ma:isKeyword="false">
      <xsd:complexType>
        <xsd:sequence>
          <xsd:element ref="pc:Terms" minOccurs="0" maxOccurs="1"/>
        </xsd:sequence>
      </xsd:complexType>
    </xsd:element>
    <xsd:element name="MediaServiceSearchProperties" ma:index="20" nillable="true" ma:displayName="MediaServiceSearchProperties" ma:hidden="true" ma:internalName="MediaServiceSearchProperties" ma:readOnly="true">
      <xsd:simpleType>
        <xsd:restriction base="dms:Note"/>
      </xsd:simpleType>
    </xsd:element>
    <xsd:element name="MediaServiceObjectDetectorVersions" ma:index="21" nillable="true" ma:displayName="MediaServiceObjectDetectorVersions" ma:description="" ma:hidden="true" ma:indexed="true" ma:internalName="MediaServiceObjectDetectorVersion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4c72124a-75fe-4ae6-88c5-ab2a950d04a8" elementFormDefault="qualified">
    <xsd:import namespace="http://schemas.microsoft.com/office/2006/documentManagement/types"/>
    <xsd:import namespace="http://schemas.microsoft.com/office/infopath/2007/PartnerControls"/>
    <xsd:element name="TaxCatchAll" ma:index="19" nillable="true" ma:displayName="Taxonomy Catch All Column" ma:hidden="true" ma:list="{57123358-6b54-413a-b6ef-b2f5ba7fb6f5}" ma:internalName="TaxCatchAll" ma:showField="CatchAllData" ma:web="4c72124a-75fe-4ae6-88c5-ab2a950d04a8">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TaxCatchAll xmlns="4c72124a-75fe-4ae6-88c5-ab2a950d04a8" xsi:nil="true"/>
    <lcf76f155ced4ddcb4097134ff3c332f xmlns="4f470479-beb7-4b11-a5df-a20cf6d784b6">
      <Terms xmlns="http://schemas.microsoft.com/office/infopath/2007/PartnerControls"/>
    </lcf76f155ced4ddcb4097134ff3c332f>
    <_ip_UnifiedCompliancePolicyUIAction xmlns="http://schemas.microsoft.com/sharepoint/v3" xsi:nil="true"/>
    <_ip_UnifiedCompliancePolicyProperties xmlns="http://schemas.microsoft.com/sharepoint/v3" xsi:nil="true"/>
    <Person xmlns="4f470479-beb7-4b11-a5df-a20cf6d784b6">
      <UserInfo>
        <DisplayName/>
        <AccountId xsi:nil="true"/>
        <AccountType/>
      </UserInfo>
    </Person>
  </documentManagement>
</p:properties>
</file>

<file path=customXml/itemProps1.xml><?xml version="1.0" encoding="utf-8"?>
<ds:datastoreItem xmlns:ds="http://schemas.openxmlformats.org/officeDocument/2006/customXml" ds:itemID="{5C7DF705-151F-4A5F-B75C-DF488EDE845D}">
  <ds:schemaRefs>
    <ds:schemaRef ds:uri="4c72124a-75fe-4ae6-88c5-ab2a950d04a8"/>
    <ds:schemaRef ds:uri="4f470479-beb7-4b11-a5df-a20cf6d784b6"/>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microsoft.com/sharepoint/v3"/>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5A8BAA86-98B8-4506-BF04-1D37DE5824BA}">
  <ds:schemaRefs>
    <ds:schemaRef ds:uri="http://schemas.microsoft.com/sharepoint/v3/contenttype/forms"/>
  </ds:schemaRefs>
</ds:datastoreItem>
</file>

<file path=customXml/itemProps3.xml><?xml version="1.0" encoding="utf-8"?>
<ds:datastoreItem xmlns:ds="http://schemas.openxmlformats.org/officeDocument/2006/customXml" ds:itemID="{373432C6-09C1-4655-AEB5-6BC5B71B0AF6}">
  <ds:schemaRefs>
    <ds:schemaRef ds:uri="http://purl.org/dc/elements/1.1/"/>
    <ds:schemaRef ds:uri="http://schemas.microsoft.com/office/2006/documentManagement/types"/>
    <ds:schemaRef ds:uri="http://www.w3.org/XML/1998/namespace"/>
    <ds:schemaRef ds:uri="4c72124a-75fe-4ae6-88c5-ab2a950d04a8"/>
    <ds:schemaRef ds:uri="http://schemas.openxmlformats.org/package/2006/metadata/core-properties"/>
    <ds:schemaRef ds:uri="4f470479-beb7-4b11-a5df-a20cf6d784b6"/>
    <ds:schemaRef ds:uri="http://schemas.microsoft.com/office/infopath/2007/PartnerControls"/>
    <ds:schemaRef ds:uri="http://purl.org/dc/terms/"/>
    <ds:schemaRef ds:uri="http://schemas.microsoft.com/sharepoint/v3"/>
    <ds:schemaRef ds:uri="http://schemas.microsoft.com/office/2006/metadata/properties"/>
    <ds:schemaRef ds:uri="http://purl.org/dc/dcmitype/"/>
  </ds:schemaRefs>
</ds:datastoreItem>
</file>

<file path=docMetadata/LabelInfo.xml><?xml version="1.0" encoding="utf-8"?>
<clbl:labelList xmlns:clbl="http://schemas.microsoft.com/office/2020/mipLabelMetadata">
  <clbl:label id="{14b77578-9773-42d5-8507-251ca2dc2b06}" enabled="0" method="" siteId="{14b77578-9773-42d5-8507-251ca2dc2b06}" removed="1"/>
</clbl:labelList>
</file>

<file path=docProps/app.xml><?xml version="1.0" encoding="utf-8"?>
<Properties xmlns="http://schemas.openxmlformats.org/officeDocument/2006/extended-properties" xmlns:vt="http://schemas.openxmlformats.org/officeDocument/2006/docPropsVTypes">
  <Template/>
  <TotalTime>2911</TotalTime>
  <Words>623</Words>
  <Application>Microsoft Macintosh PowerPoint</Application>
  <PresentationFormat>Widescreen</PresentationFormat>
  <Paragraphs>80</Paragraphs>
  <Slides>8</Slides>
  <Notes>7</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8</vt:i4>
      </vt:variant>
    </vt:vector>
  </HeadingPairs>
  <TitlesOfParts>
    <vt:vector size="13" baseType="lpstr">
      <vt:lpstr>Abadi</vt:lpstr>
      <vt:lpstr>Arial</vt:lpstr>
      <vt:lpstr>Calibri</vt:lpstr>
      <vt:lpstr>Helvetica</vt:lpstr>
      <vt:lpstr>Office Theme</vt:lpstr>
      <vt:lpstr>ASM BIG 2026 NCBI Workshop NCBI Pathogen Detection</vt:lpstr>
      <vt:lpstr>PowerPoint Presentation</vt:lpstr>
      <vt:lpstr>NCBI Pathogen Detection</vt:lpstr>
      <vt:lpstr>Pathogen Detection Analysis Goals</vt:lpstr>
      <vt:lpstr>Pathogen Detection Analysis Goals</vt:lpstr>
      <vt:lpstr>Pathogen Detection Pipeline</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 Title</dc:title>
  <dc:subject/>
  <dc:creator>Leubsdorf, Carl (NIH/NLM/NCBI) [C]</dc:creator>
  <cp:keywords/>
  <dc:description/>
  <cp:lastModifiedBy>Prasad, Arjun (NIH/NLM/NCBI) [E]</cp:lastModifiedBy>
  <cp:revision>4</cp:revision>
  <dcterms:created xsi:type="dcterms:W3CDTF">2019-03-19T15:16:52Z</dcterms:created>
  <dcterms:modified xsi:type="dcterms:W3CDTF">2026-10-04T14:33:28Z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0x01010041BBD5C7FAC17C4F9F62ED65478D417A</vt:lpwstr>
  </property>
  <property fmtid="{D5CDD505-2E9C-101B-9397-08002B2CF9AE}" pid="3" name="MediaServiceImageTags">
    <vt:lpwstr/>
  </property>
</Properties>
</file>